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9144000"/>
  <p:notesSz cx="6858000" cy="9144000"/>
  <p:embeddedFontLst>
    <p:embeddedFont>
      <p:font typeface="Candara"/>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5" roundtripDataSignature="AMtx7mjVeqItBTtvztv+3vP6EnNuNqQM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Candara-bold.fntdata"/><Relationship Id="rId41" Type="http://schemas.openxmlformats.org/officeDocument/2006/relationships/font" Target="fonts/Candara-regular.fntdata"/><Relationship Id="rId22" Type="http://schemas.openxmlformats.org/officeDocument/2006/relationships/slide" Target="slides/slide17.xml"/><Relationship Id="rId44" Type="http://schemas.openxmlformats.org/officeDocument/2006/relationships/font" Target="fonts/Candara-boldItalic.fntdata"/><Relationship Id="rId21" Type="http://schemas.openxmlformats.org/officeDocument/2006/relationships/slide" Target="slides/slide16.xml"/><Relationship Id="rId43" Type="http://schemas.openxmlformats.org/officeDocument/2006/relationships/font" Target="fonts/Candara-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type="title">
  <p:cSld name="TITLE">
    <p:spTree>
      <p:nvGrpSpPr>
        <p:cNvPr id="22" name="Shape 22"/>
        <p:cNvGrpSpPr/>
        <p:nvPr/>
      </p:nvGrpSpPr>
      <p:grpSpPr>
        <a:xfrm>
          <a:off x="0" y="0"/>
          <a:ext cx="0" cy="0"/>
          <a:chOff x="0" y="0"/>
          <a:chExt cx="0" cy="0"/>
        </a:xfrm>
      </p:grpSpPr>
      <p:sp>
        <p:nvSpPr>
          <p:cNvPr id="23" name="Google Shape;23;p37"/>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24" name="Google Shape;24;p37"/>
          <p:cNvGrpSpPr/>
          <p:nvPr/>
        </p:nvGrpSpPr>
        <p:grpSpPr>
          <a:xfrm>
            <a:off x="211665" y="5353963"/>
            <a:ext cx="8723376" cy="1331580"/>
            <a:chOff x="-3905250" y="4294188"/>
            <a:chExt cx="13011150" cy="1892300"/>
          </a:xfrm>
        </p:grpSpPr>
        <p:sp>
          <p:nvSpPr>
            <p:cNvPr id="25" name="Google Shape;25;p37"/>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6" name="Google Shape;26;p37"/>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7" name="Google Shape;27;p37"/>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8" name="Google Shape;28;p37"/>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9" name="Google Shape;29;p37"/>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30" name="Google Shape;30;p37"/>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FFFFFF"/>
              </a:buClr>
              <a:buSzPts val="4400"/>
              <a:buFont typeface="Candara"/>
              <a:buNone/>
              <a:defRPr sz="4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lvl1pPr lvl="0" algn="ctr">
              <a:spcBef>
                <a:spcPts val="400"/>
              </a:spcBef>
              <a:spcAft>
                <a:spcPts val="0"/>
              </a:spcAft>
              <a:buSzPts val="2000"/>
              <a:buNone/>
              <a:defRPr sz="2000">
                <a:solidFill>
                  <a:srgbClr val="FFFFFF"/>
                </a:solidFill>
              </a:defRPr>
            </a:lvl1pPr>
            <a:lvl2pPr lvl="1" algn="ctr">
              <a:spcBef>
                <a:spcPts val="440"/>
              </a:spcBef>
              <a:spcAft>
                <a:spcPts val="0"/>
              </a:spcAft>
              <a:buSzPts val="22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20"/>
              </a:spcBef>
              <a:spcAft>
                <a:spcPts val="0"/>
              </a:spcAft>
              <a:buSzPts val="1600"/>
              <a:buNone/>
              <a:defRPr>
                <a:solidFill>
                  <a:srgbClr val="888888"/>
                </a:solidFill>
              </a:defRPr>
            </a:lvl5pPr>
            <a:lvl6pPr lvl="5" algn="ctr">
              <a:spcBef>
                <a:spcPts val="384"/>
              </a:spcBef>
              <a:spcAft>
                <a:spcPts val="0"/>
              </a:spcAft>
              <a:buSzPts val="1400"/>
              <a:buNone/>
              <a:defRPr>
                <a:solidFill>
                  <a:srgbClr val="888888"/>
                </a:solidFill>
              </a:defRPr>
            </a:lvl6pPr>
            <a:lvl7pPr lvl="6" algn="ctr">
              <a:spcBef>
                <a:spcPts val="384"/>
              </a:spcBef>
              <a:spcAft>
                <a:spcPts val="0"/>
              </a:spcAft>
              <a:buSzPts val="1400"/>
              <a:buNone/>
              <a:defRPr>
                <a:solidFill>
                  <a:srgbClr val="888888"/>
                </a:solidFill>
              </a:defRPr>
            </a:lvl7pPr>
            <a:lvl8pPr lvl="7" algn="ctr">
              <a:spcBef>
                <a:spcPts val="384"/>
              </a:spcBef>
              <a:spcAft>
                <a:spcPts val="0"/>
              </a:spcAft>
              <a:buSzPts val="1400"/>
              <a:buNone/>
              <a:defRPr>
                <a:solidFill>
                  <a:srgbClr val="888888"/>
                </a:solidFill>
              </a:defRPr>
            </a:lvl8pPr>
            <a:lvl9pPr lvl="8" algn="ctr">
              <a:spcBef>
                <a:spcPts val="384"/>
              </a:spcBef>
              <a:spcAft>
                <a:spcPts val="0"/>
              </a:spcAft>
              <a:buSzPts val="1400"/>
              <a:buNone/>
              <a:defRPr>
                <a:solidFill>
                  <a:srgbClr val="888888"/>
                </a:solidFill>
              </a:defRPr>
            </a:lvl9pPr>
          </a:lstStyle>
          <a:p/>
        </p:txBody>
      </p:sp>
      <p:sp>
        <p:nvSpPr>
          <p:cNvPr id="32" name="Google Shape;32;p37"/>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7"/>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35" name="Shape 35"/>
        <p:cNvGrpSpPr/>
        <p:nvPr/>
      </p:nvGrpSpPr>
      <p:grpSpPr>
        <a:xfrm>
          <a:off x="0" y="0"/>
          <a:ext cx="0" cy="0"/>
          <a:chOff x="0" y="0"/>
          <a:chExt cx="0" cy="0"/>
        </a:xfrm>
      </p:grpSpPr>
      <p:sp>
        <p:nvSpPr>
          <p:cNvPr id="36" name="Google Shape;36;p38"/>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37" name="Google Shape;37;p38"/>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40" name="Google Shape;40;p3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showMasterSp="0" type="secHead">
  <p:cSld name="SECTION_HEADER">
    <p:spTree>
      <p:nvGrpSpPr>
        <p:cNvPr id="41" name="Shape 41"/>
        <p:cNvGrpSpPr/>
        <p:nvPr/>
      </p:nvGrpSpPr>
      <p:grpSpPr>
        <a:xfrm>
          <a:off x="0" y="0"/>
          <a:ext cx="0" cy="0"/>
          <a:chOff x="0" y="0"/>
          <a:chExt cx="0" cy="0"/>
        </a:xfrm>
      </p:grpSpPr>
      <p:sp>
        <p:nvSpPr>
          <p:cNvPr id="42" name="Google Shape;42;p39"/>
          <p:cNvSpPr/>
          <p:nvPr/>
        </p:nvSpPr>
        <p:spPr>
          <a:xfrm>
            <a:off x="228600" y="228600"/>
            <a:ext cx="8695944" cy="4736592"/>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43" name="Google Shape;43;p39"/>
          <p:cNvSpPr/>
          <p:nvPr/>
        </p:nvSpPr>
        <p:spPr>
          <a:xfrm>
            <a:off x="6047438" y="4203592"/>
            <a:ext cx="2876429" cy="714026"/>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4" name="Google Shape;44;p39"/>
          <p:cNvSpPr/>
          <p:nvPr/>
        </p:nvSpPr>
        <p:spPr>
          <a:xfrm>
            <a:off x="2619320" y="4075290"/>
            <a:ext cx="5544515" cy="850138"/>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5" name="Google Shape;45;p39"/>
          <p:cNvSpPr/>
          <p:nvPr/>
        </p:nvSpPr>
        <p:spPr>
          <a:xfrm>
            <a:off x="2828728" y="4087562"/>
            <a:ext cx="5467980" cy="774272"/>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6" name="Google Shape;46;p39"/>
          <p:cNvSpPr/>
          <p:nvPr/>
        </p:nvSpPr>
        <p:spPr>
          <a:xfrm>
            <a:off x="5609489" y="4074174"/>
            <a:ext cx="3308000" cy="651549"/>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7" name="Google Shape;47;p39"/>
          <p:cNvSpPr/>
          <p:nvPr/>
        </p:nvSpPr>
        <p:spPr>
          <a:xfrm>
            <a:off x="211665" y="4058555"/>
            <a:ext cx="8723376" cy="1329874"/>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8" name="Google Shape;48;p39"/>
          <p:cNvSpPr txBox="1"/>
          <p:nvPr>
            <p:ph type="title"/>
          </p:nvPr>
        </p:nvSpPr>
        <p:spPr>
          <a:xfrm>
            <a:off x="690032" y="2463560"/>
            <a:ext cx="7772400" cy="1524000"/>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rgbClr val="FFFFFF"/>
              </a:buClr>
              <a:buSzPts val="4400"/>
              <a:buFont typeface="Candara"/>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9"/>
          <p:cNvSpPr txBox="1"/>
          <p:nvPr>
            <p:ph idx="1" type="body"/>
          </p:nvPr>
        </p:nvSpPr>
        <p:spPr>
          <a:xfrm>
            <a:off x="1367365" y="1437448"/>
            <a:ext cx="6417734" cy="939801"/>
          </a:xfrm>
          <a:prstGeom prst="rect">
            <a:avLst/>
          </a:prstGeom>
          <a:noFill/>
          <a:ln>
            <a:noFill/>
          </a:ln>
        </p:spPr>
        <p:txBody>
          <a:bodyPr anchorCtr="0" anchor="b" bIns="45700" lIns="91425" spcFirstLastPara="1" rIns="91425" wrap="square" tIns="45700">
            <a:normAutofit/>
          </a:bodyPr>
          <a:lstStyle>
            <a:lvl1pPr indent="-228600" lvl="0" marL="457200" algn="ctr">
              <a:spcBef>
                <a:spcPts val="400"/>
              </a:spcBef>
              <a:spcAft>
                <a:spcPts val="0"/>
              </a:spcAft>
              <a:buSzPts val="2000"/>
              <a:buNone/>
              <a:defRPr sz="2000">
                <a:solidFill>
                  <a:srgbClr val="FFFFFF"/>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384"/>
              </a:spcBef>
              <a:spcAft>
                <a:spcPts val="0"/>
              </a:spcAft>
              <a:buSzPts val="1400"/>
              <a:buNone/>
              <a:defRPr sz="1400">
                <a:solidFill>
                  <a:srgbClr val="888888"/>
                </a:solidFill>
              </a:defRPr>
            </a:lvl6pPr>
            <a:lvl7pPr indent="-228600" lvl="6" marL="3200400" algn="l">
              <a:spcBef>
                <a:spcPts val="384"/>
              </a:spcBef>
              <a:spcAft>
                <a:spcPts val="0"/>
              </a:spcAft>
              <a:buSzPts val="1400"/>
              <a:buNone/>
              <a:defRPr sz="1400">
                <a:solidFill>
                  <a:srgbClr val="888888"/>
                </a:solidFill>
              </a:defRPr>
            </a:lvl7pPr>
            <a:lvl8pPr indent="-228600" lvl="7" marL="3657600" algn="l">
              <a:spcBef>
                <a:spcPts val="384"/>
              </a:spcBef>
              <a:spcAft>
                <a:spcPts val="0"/>
              </a:spcAft>
              <a:buSzPts val="1400"/>
              <a:buNone/>
              <a:defRPr sz="1400">
                <a:solidFill>
                  <a:srgbClr val="888888"/>
                </a:solidFill>
              </a:defRPr>
            </a:lvl8pPr>
            <a:lvl9pPr indent="-228600" lvl="8" marL="4114800" algn="l">
              <a:spcBef>
                <a:spcPts val="384"/>
              </a:spcBef>
              <a:spcAft>
                <a:spcPts val="0"/>
              </a:spcAft>
              <a:buSzPts val="1400"/>
              <a:buNone/>
              <a:defRPr sz="1400">
                <a:solidFill>
                  <a:srgbClr val="888888"/>
                </a:solidFill>
              </a:defRPr>
            </a:lvl9pPr>
          </a:lstStyle>
          <a:p/>
        </p:txBody>
      </p:sp>
      <p:sp>
        <p:nvSpPr>
          <p:cNvPr id="50" name="Google Shape;50;p39"/>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9"/>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53" name="Shape 53"/>
        <p:cNvGrpSpPr/>
        <p:nvPr/>
      </p:nvGrpSpPr>
      <p:grpSpPr>
        <a:xfrm>
          <a:off x="0" y="0"/>
          <a:ext cx="0" cy="0"/>
          <a:chOff x="0" y="0"/>
          <a:chExt cx="0" cy="0"/>
        </a:xfrm>
      </p:grpSpPr>
      <p:sp>
        <p:nvSpPr>
          <p:cNvPr id="54" name="Google Shape;54;p4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0"/>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0"/>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58" name="Google Shape;58;p40"/>
          <p:cNvSpPr txBox="1"/>
          <p:nvPr>
            <p:ph idx="1" type="body"/>
          </p:nvPr>
        </p:nvSpPr>
        <p:spPr>
          <a:xfrm>
            <a:off x="676655"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59" name="Google Shape;59;p40"/>
          <p:cNvSpPr txBox="1"/>
          <p:nvPr>
            <p:ph idx="2" type="body"/>
          </p:nvPr>
        </p:nvSpPr>
        <p:spPr>
          <a:xfrm>
            <a:off x="4645152"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60" name="Shape 60"/>
        <p:cNvGrpSpPr/>
        <p:nvPr/>
      </p:nvGrpSpPr>
      <p:grpSpPr>
        <a:xfrm>
          <a:off x="0" y="0"/>
          <a:ext cx="0" cy="0"/>
          <a:chOff x="0" y="0"/>
          <a:chExt cx="0" cy="0"/>
        </a:xfrm>
      </p:grpSpPr>
      <p:sp>
        <p:nvSpPr>
          <p:cNvPr id="61" name="Google Shape;61;p4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4400"/>
              <a:buFont typeface="Candar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1"/>
          <p:cNvSpPr txBox="1"/>
          <p:nvPr>
            <p:ph idx="1" type="body"/>
          </p:nvPr>
        </p:nvSpPr>
        <p:spPr>
          <a:xfrm>
            <a:off x="676656" y="2678114"/>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3" name="Google Shape;63;p41"/>
          <p:cNvSpPr txBox="1"/>
          <p:nvPr>
            <p:ph idx="2" type="body"/>
          </p:nvPr>
        </p:nvSpPr>
        <p:spPr>
          <a:xfrm>
            <a:off x="677332" y="3429000"/>
            <a:ext cx="3820055"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4" name="Google Shape;64;p41"/>
          <p:cNvSpPr txBox="1"/>
          <p:nvPr>
            <p:ph idx="3" type="body"/>
          </p:nvPr>
        </p:nvSpPr>
        <p:spPr>
          <a:xfrm>
            <a:off x="4648200" y="2678113"/>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i="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5" name="Google Shape;65;p41"/>
          <p:cNvSpPr txBox="1"/>
          <p:nvPr>
            <p:ph idx="4" type="body"/>
          </p:nvPr>
        </p:nvSpPr>
        <p:spPr>
          <a:xfrm>
            <a:off x="4645025" y="3429000"/>
            <a:ext cx="3822192"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6" name="Google Shape;66;p41"/>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1"/>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69" name="Shape 69"/>
        <p:cNvGrpSpPr/>
        <p:nvPr/>
      </p:nvGrpSpPr>
      <p:grpSpPr>
        <a:xfrm>
          <a:off x="0" y="0"/>
          <a:ext cx="0" cy="0"/>
          <a:chOff x="0" y="0"/>
          <a:chExt cx="0" cy="0"/>
        </a:xfrm>
      </p:grpSpPr>
      <p:sp>
        <p:nvSpPr>
          <p:cNvPr id="70" name="Google Shape;70;p4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2"/>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2"/>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showMasterSp="0" type="blank">
  <p:cSld name="BLANK">
    <p:spTree>
      <p:nvGrpSpPr>
        <p:cNvPr id="74" name="Shape 74"/>
        <p:cNvGrpSpPr/>
        <p:nvPr/>
      </p:nvGrpSpPr>
      <p:grpSpPr>
        <a:xfrm>
          <a:off x="0" y="0"/>
          <a:ext cx="0" cy="0"/>
          <a:chOff x="0" y="0"/>
          <a:chExt cx="0" cy="0"/>
        </a:xfrm>
      </p:grpSpPr>
      <p:sp>
        <p:nvSpPr>
          <p:cNvPr id="75" name="Google Shape;75;p43"/>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76" name="Google Shape;76;p43"/>
          <p:cNvGrpSpPr/>
          <p:nvPr/>
        </p:nvGrpSpPr>
        <p:grpSpPr>
          <a:xfrm>
            <a:off x="211665" y="714191"/>
            <a:ext cx="8723376" cy="1329874"/>
            <a:chOff x="-3905251" y="4294188"/>
            <a:chExt cx="13027839" cy="1892300"/>
          </a:xfrm>
        </p:grpSpPr>
        <p:sp>
          <p:nvSpPr>
            <p:cNvPr id="77" name="Google Shape;77;p43"/>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8" name="Google Shape;78;p43"/>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9" name="Google Shape;79;p43"/>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0" name="Google Shape;80;p43"/>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1" name="Google Shape;81;p43"/>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82" name="Google Shape;82;p43"/>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3"/>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showMasterSp="0" type="objTx">
  <p:cSld name="OBJECT_WITH_CAPTION_TEXT">
    <p:spTree>
      <p:nvGrpSpPr>
        <p:cNvPr id="85" name="Shape 85"/>
        <p:cNvGrpSpPr/>
        <p:nvPr/>
      </p:nvGrpSpPr>
      <p:grpSpPr>
        <a:xfrm>
          <a:off x="0" y="0"/>
          <a:ext cx="0" cy="0"/>
          <a:chOff x="0" y="0"/>
          <a:chExt cx="0" cy="0"/>
        </a:xfrm>
      </p:grpSpPr>
      <p:sp>
        <p:nvSpPr>
          <p:cNvPr id="86" name="Google Shape;86;p44"/>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87" name="Google Shape;87;p44"/>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4"/>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90" name="Google Shape;90;p44"/>
          <p:cNvSpPr txBox="1"/>
          <p:nvPr>
            <p:ph idx="1" type="body"/>
          </p:nvPr>
        </p:nvSpPr>
        <p:spPr>
          <a:xfrm>
            <a:off x="914400" y="3581400"/>
            <a:ext cx="3352800" cy="1905001"/>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800"/>
              <a:buNone/>
              <a:defRPr sz="1800">
                <a:solidFill>
                  <a:schemeClr val="dk2"/>
                </a:solidFill>
              </a:defRPr>
            </a:lvl1pPr>
            <a:lvl2pPr indent="-228600" lvl="1" marL="914400" algn="l">
              <a:spcBef>
                <a:spcPts val="60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grpSp>
        <p:nvGrpSpPr>
          <p:cNvPr id="91" name="Google Shape;91;p44"/>
          <p:cNvGrpSpPr/>
          <p:nvPr/>
        </p:nvGrpSpPr>
        <p:grpSpPr>
          <a:xfrm>
            <a:off x="211665" y="714191"/>
            <a:ext cx="8723376" cy="1331580"/>
            <a:chOff x="-3905250" y="4294188"/>
            <a:chExt cx="13011150" cy="1892300"/>
          </a:xfrm>
        </p:grpSpPr>
        <p:sp>
          <p:nvSpPr>
            <p:cNvPr id="92" name="Google Shape;92;p44"/>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3" name="Google Shape;93;p44"/>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4" name="Google Shape;94;p44"/>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5" name="Google Shape;95;p44"/>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6" name="Google Shape;96;p44"/>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97" name="Google Shape;97;p44"/>
          <p:cNvSpPr txBox="1"/>
          <p:nvPr>
            <p:ph type="title"/>
          </p:nvPr>
        </p:nvSpPr>
        <p:spPr>
          <a:xfrm>
            <a:off x="914400" y="2286000"/>
            <a:ext cx="3352800" cy="125272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3200"/>
              <a:buFont typeface="Candara"/>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4"/>
          <p:cNvSpPr txBox="1"/>
          <p:nvPr>
            <p:ph idx="2" type="body"/>
          </p:nvPr>
        </p:nvSpPr>
        <p:spPr>
          <a:xfrm>
            <a:off x="4651962" y="1828800"/>
            <a:ext cx="3904076" cy="3810000"/>
          </a:xfrm>
          <a:prstGeom prst="rect">
            <a:avLst/>
          </a:prstGeom>
          <a:noFill/>
          <a:ln>
            <a:noFill/>
          </a:ln>
        </p:spPr>
        <p:txBody>
          <a:bodyPr anchorCtr="0" anchor="ctr" bIns="45700" lIns="91425" spcFirstLastPara="1" rIns="91425" wrap="square" tIns="45700">
            <a:normAutofit/>
          </a:bodyPr>
          <a:lstStyle>
            <a:lvl1pPr indent="-368300" lvl="0" marL="457200" algn="l">
              <a:spcBef>
                <a:spcPts val="440"/>
              </a:spcBef>
              <a:spcAft>
                <a:spcPts val="0"/>
              </a:spcAft>
              <a:buClr>
                <a:schemeClr val="lt1"/>
              </a:buClr>
              <a:buSzPts val="2200"/>
              <a:buChar char="*"/>
              <a:defRPr sz="2200">
                <a:solidFill>
                  <a:schemeClr val="dk2"/>
                </a:solidFill>
              </a:defRPr>
            </a:lvl1pPr>
            <a:lvl2pPr indent="-355600" lvl="1" marL="914400" algn="l">
              <a:spcBef>
                <a:spcPts val="400"/>
              </a:spcBef>
              <a:spcAft>
                <a:spcPts val="0"/>
              </a:spcAft>
              <a:buClr>
                <a:schemeClr val="lt1"/>
              </a:buClr>
              <a:buSzPts val="2000"/>
              <a:buChar char="*"/>
              <a:defRPr sz="2000">
                <a:solidFill>
                  <a:schemeClr val="dk2"/>
                </a:solidFill>
              </a:defRPr>
            </a:lvl2pPr>
            <a:lvl3pPr indent="-342900" lvl="2" marL="1371600" algn="l">
              <a:spcBef>
                <a:spcPts val="360"/>
              </a:spcBef>
              <a:spcAft>
                <a:spcPts val="0"/>
              </a:spcAft>
              <a:buClr>
                <a:schemeClr val="lt1"/>
              </a:buClr>
              <a:buSzPts val="1800"/>
              <a:buChar char="*"/>
              <a:defRPr sz="1800">
                <a:solidFill>
                  <a:schemeClr val="dk2"/>
                </a:solidFill>
              </a:defRPr>
            </a:lvl3pPr>
            <a:lvl4pPr indent="-330200" lvl="3" marL="1828800" algn="l">
              <a:spcBef>
                <a:spcPts val="320"/>
              </a:spcBef>
              <a:spcAft>
                <a:spcPts val="0"/>
              </a:spcAft>
              <a:buClr>
                <a:schemeClr val="lt1"/>
              </a:buClr>
              <a:buSzPts val="1600"/>
              <a:buChar char="*"/>
              <a:defRPr sz="1600">
                <a:solidFill>
                  <a:schemeClr val="dk2"/>
                </a:solidFill>
              </a:defRPr>
            </a:lvl4pPr>
            <a:lvl5pPr indent="-330200" lvl="4" marL="2286000" algn="l">
              <a:spcBef>
                <a:spcPts val="320"/>
              </a:spcBef>
              <a:spcAft>
                <a:spcPts val="0"/>
              </a:spcAft>
              <a:buClr>
                <a:schemeClr val="lt1"/>
              </a:buClr>
              <a:buSzPts val="1600"/>
              <a:buChar char="*"/>
              <a:defRPr sz="1600">
                <a:solidFill>
                  <a:schemeClr val="dk2"/>
                </a:solidFill>
              </a:defRPr>
            </a:lvl5pPr>
            <a:lvl6pPr indent="-355600" lvl="5" marL="2743200" algn="l">
              <a:spcBef>
                <a:spcPts val="384"/>
              </a:spcBef>
              <a:spcAft>
                <a:spcPts val="0"/>
              </a:spcAft>
              <a:buSzPts val="2000"/>
              <a:buChar char="●"/>
              <a:defRPr sz="2000"/>
            </a:lvl6pPr>
            <a:lvl7pPr indent="-355600" lvl="6" marL="3200400" algn="l">
              <a:spcBef>
                <a:spcPts val="384"/>
              </a:spcBef>
              <a:spcAft>
                <a:spcPts val="0"/>
              </a:spcAft>
              <a:buSzPts val="2000"/>
              <a:buChar char="●"/>
              <a:defRPr sz="2000"/>
            </a:lvl7pPr>
            <a:lvl8pPr indent="-355600" lvl="7" marL="3657600" algn="l">
              <a:spcBef>
                <a:spcPts val="384"/>
              </a:spcBef>
              <a:spcAft>
                <a:spcPts val="0"/>
              </a:spcAft>
              <a:buSzPts val="2000"/>
              <a:buChar char="●"/>
              <a:defRPr sz="2000"/>
            </a:lvl8pPr>
            <a:lvl9pPr indent="-355600" lvl="8" marL="4114800" algn="l">
              <a:spcBef>
                <a:spcPts val="384"/>
              </a:spcBef>
              <a:spcAft>
                <a:spcPts val="0"/>
              </a:spcAft>
              <a:buSzPts val="2000"/>
              <a:buChar char="●"/>
              <a:defRPr sz="2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showMasterSp="0" type="picTx">
  <p:cSld name="PICTURE_WITH_CAPTION_TEXT">
    <p:spTree>
      <p:nvGrpSpPr>
        <p:cNvPr id="99" name="Shape 99"/>
        <p:cNvGrpSpPr/>
        <p:nvPr/>
      </p:nvGrpSpPr>
      <p:grpSpPr>
        <a:xfrm>
          <a:off x="0" y="0"/>
          <a:ext cx="0" cy="0"/>
          <a:chOff x="0" y="0"/>
          <a:chExt cx="0" cy="0"/>
        </a:xfrm>
      </p:grpSpPr>
      <p:sp>
        <p:nvSpPr>
          <p:cNvPr id="100" name="Google Shape;100;p45"/>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101" name="Google Shape;101;p45"/>
          <p:cNvGrpSpPr/>
          <p:nvPr/>
        </p:nvGrpSpPr>
        <p:grpSpPr>
          <a:xfrm>
            <a:off x="211665" y="5353963"/>
            <a:ext cx="8723376" cy="1331580"/>
            <a:chOff x="-3905250" y="4294188"/>
            <a:chExt cx="13011150" cy="1892300"/>
          </a:xfrm>
        </p:grpSpPr>
        <p:sp>
          <p:nvSpPr>
            <p:cNvPr id="102" name="Google Shape;102;p45"/>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3" name="Google Shape;103;p45"/>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4" name="Google Shape;104;p45"/>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5" name="Google Shape;105;p45"/>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6" name="Google Shape;106;p45"/>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07" name="Google Shape;107;p45"/>
          <p:cNvSpPr txBox="1"/>
          <p:nvPr>
            <p:ph type="title"/>
          </p:nvPr>
        </p:nvSpPr>
        <p:spPr>
          <a:xfrm>
            <a:off x="4874155" y="338667"/>
            <a:ext cx="3812645" cy="242993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FFFF"/>
              </a:buClr>
              <a:buSzPts val="2800"/>
              <a:buFont typeface="Candara"/>
              <a:buNone/>
              <a:defRPr b="0" sz="28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5"/>
          <p:cNvSpPr txBox="1"/>
          <p:nvPr>
            <p:ph idx="1" type="body"/>
          </p:nvPr>
        </p:nvSpPr>
        <p:spPr>
          <a:xfrm>
            <a:off x="4868333" y="2785533"/>
            <a:ext cx="3818467" cy="2421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rgbClr val="FFFFFF"/>
                </a:solidFill>
              </a:defRPr>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sp>
        <p:nvSpPr>
          <p:cNvPr id="109" name="Google Shape;109;p45"/>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45"/>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4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112" name="Google Shape;112;p45"/>
          <p:cNvSpPr/>
          <p:nvPr>
            <p:ph idx="2" type="pic"/>
          </p:nvPr>
        </p:nvSpPr>
        <p:spPr>
          <a:xfrm>
            <a:off x="838200" y="1371600"/>
            <a:ext cx="3566160" cy="2926080"/>
          </a:xfrm>
          <a:prstGeom prst="roundRect">
            <a:avLst>
              <a:gd fmla="val 3924" name="adj"/>
            </a:avLst>
          </a:prstGeom>
          <a:solidFill>
            <a:schemeClr val="accent1"/>
          </a:solidFill>
          <a:ln>
            <a:noFill/>
          </a:ln>
          <a:effectLst>
            <a:reflection blurRad="0" dir="5400000" dist="5000" endA="0" endPos="30000" kx="0" rotWithShape="0" algn="bl" stA="30000" stPos="0" sy="-100000" ky="0"/>
          </a:effectLst>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113" name="Shape 113"/>
        <p:cNvGrpSpPr/>
        <p:nvPr/>
      </p:nvGrpSpPr>
      <p:grpSpPr>
        <a:xfrm>
          <a:off x="0" y="0"/>
          <a:ext cx="0" cy="0"/>
          <a:chOff x="0" y="0"/>
          <a:chExt cx="0" cy="0"/>
        </a:xfrm>
      </p:grpSpPr>
      <p:sp>
        <p:nvSpPr>
          <p:cNvPr id="114" name="Google Shape;114;p4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46"/>
          <p:cNvSpPr txBox="1"/>
          <p:nvPr>
            <p:ph idx="1" type="body"/>
          </p:nvPr>
        </p:nvSpPr>
        <p:spPr>
          <a:xfrm rot="5400000">
            <a:off x="2850886" y="696648"/>
            <a:ext cx="3450696" cy="7408333"/>
          </a:xfrm>
          <a:prstGeom prst="rect">
            <a:avLst/>
          </a:prstGeom>
          <a:noFill/>
          <a:ln>
            <a:noFill/>
          </a:ln>
        </p:spPr>
        <p:txBody>
          <a:bodyPr anchorCtr="0" anchor="ctr" bIns="45700" lIns="91425" spcFirstLastPara="1" rIns="91425" wrap="square" tIns="45700">
            <a:normAutofit/>
          </a:bodyPr>
          <a:lstStyle>
            <a:lvl1pPr indent="-381000" lvl="0" marL="457200" algn="l">
              <a:spcBef>
                <a:spcPts val="480"/>
              </a:spcBef>
              <a:spcAft>
                <a:spcPts val="0"/>
              </a:spcAft>
              <a:buSzPts val="2400"/>
              <a:buChar char="*"/>
              <a:defRPr/>
            </a:lvl1pPr>
            <a:lvl2pPr indent="-368300" lvl="1" marL="914400" algn="l">
              <a:spcBef>
                <a:spcPts val="440"/>
              </a:spcBef>
              <a:spcAft>
                <a:spcPts val="0"/>
              </a:spcAft>
              <a:buSzPts val="2200"/>
              <a:buChar char="*"/>
              <a:defRPr/>
            </a:lvl2pPr>
            <a:lvl3pPr indent="-355600" lvl="2" marL="1371600" algn="l">
              <a:spcBef>
                <a:spcPts val="400"/>
              </a:spcBef>
              <a:spcAft>
                <a:spcPts val="0"/>
              </a:spcAft>
              <a:buSzPts val="2000"/>
              <a:buChar char="*"/>
              <a:defRPr/>
            </a:lvl3pPr>
            <a:lvl4pPr indent="-342900" lvl="3" marL="1828800" algn="l">
              <a:spcBef>
                <a:spcPts val="360"/>
              </a:spcBef>
              <a:spcAft>
                <a:spcPts val="0"/>
              </a:spcAft>
              <a:buSzPts val="1800"/>
              <a:buChar char="*"/>
              <a:defRPr/>
            </a:lvl4pPr>
            <a:lvl5pPr indent="-330200" lvl="4" marL="2286000" algn="l">
              <a:spcBef>
                <a:spcPts val="320"/>
              </a:spcBef>
              <a:spcAft>
                <a:spcPts val="0"/>
              </a:spcAft>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116" name="Google Shape;116;p46"/>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6"/>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4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showMasterSp="0" type="vertTitleAndTx">
  <p:cSld name="VERTICAL_TITLE_AND_VERTICAL_TEXT">
    <p:spTree>
      <p:nvGrpSpPr>
        <p:cNvPr id="119" name="Shape 119"/>
        <p:cNvGrpSpPr/>
        <p:nvPr/>
      </p:nvGrpSpPr>
      <p:grpSpPr>
        <a:xfrm>
          <a:off x="0" y="0"/>
          <a:ext cx="0" cy="0"/>
          <a:chOff x="0" y="0"/>
          <a:chExt cx="0" cy="0"/>
        </a:xfrm>
      </p:grpSpPr>
      <p:sp>
        <p:nvSpPr>
          <p:cNvPr id="120" name="Google Shape;120;p47"/>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121" name="Google Shape;121;p47"/>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47"/>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grpSp>
        <p:nvGrpSpPr>
          <p:cNvPr id="124" name="Google Shape;124;p47"/>
          <p:cNvGrpSpPr/>
          <p:nvPr/>
        </p:nvGrpSpPr>
        <p:grpSpPr>
          <a:xfrm>
            <a:off x="211665" y="714191"/>
            <a:ext cx="8723376" cy="1331580"/>
            <a:chOff x="-3905250" y="4294188"/>
            <a:chExt cx="13011150" cy="1892300"/>
          </a:xfrm>
        </p:grpSpPr>
        <p:sp>
          <p:nvSpPr>
            <p:cNvPr id="125" name="Google Shape;125;p47"/>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6" name="Google Shape;126;p47"/>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7" name="Google Shape;127;p47"/>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8" name="Google Shape;128;p47"/>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9" name="Google Shape;129;p47"/>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30" name="Google Shape;130;p47"/>
          <p:cNvSpPr txBox="1"/>
          <p:nvPr>
            <p:ph type="title"/>
          </p:nvPr>
        </p:nvSpPr>
        <p:spPr>
          <a:xfrm rot="5400000">
            <a:off x="5414434" y="2662767"/>
            <a:ext cx="4487333"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400"/>
              <a:buFont typeface="Candara"/>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47"/>
          <p:cNvSpPr txBox="1"/>
          <p:nvPr>
            <p:ph idx="1" type="body"/>
          </p:nvPr>
        </p:nvSpPr>
        <p:spPr>
          <a:xfrm rot="5400000">
            <a:off x="1223433" y="681567"/>
            <a:ext cx="4487334" cy="6019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accent1"/>
              </a:buClr>
              <a:buSzPts val="2400"/>
              <a:buChar char="*"/>
              <a:defRPr/>
            </a:lvl1pPr>
            <a:lvl2pPr indent="-368300" lvl="1" marL="914400" algn="l">
              <a:spcBef>
                <a:spcPts val="440"/>
              </a:spcBef>
              <a:spcAft>
                <a:spcPts val="0"/>
              </a:spcAft>
              <a:buClr>
                <a:schemeClr val="accent1"/>
              </a:buClr>
              <a:buSzPts val="2200"/>
              <a:buChar char="*"/>
              <a:defRPr/>
            </a:lvl2pPr>
            <a:lvl3pPr indent="-355600" lvl="2" marL="1371600" algn="l">
              <a:spcBef>
                <a:spcPts val="400"/>
              </a:spcBef>
              <a:spcAft>
                <a:spcPts val="0"/>
              </a:spcAft>
              <a:buClr>
                <a:schemeClr val="accent1"/>
              </a:buClr>
              <a:buSzPts val="2000"/>
              <a:buChar char="*"/>
              <a:defRPr/>
            </a:lvl3pPr>
            <a:lvl4pPr indent="-342900" lvl="3" marL="1828800" algn="l">
              <a:spcBef>
                <a:spcPts val="360"/>
              </a:spcBef>
              <a:spcAft>
                <a:spcPts val="0"/>
              </a:spcAft>
              <a:buClr>
                <a:schemeClr val="accent1"/>
              </a:buClr>
              <a:buSzPts val="1800"/>
              <a:buChar char="*"/>
              <a:defRPr/>
            </a:lvl4pPr>
            <a:lvl5pPr indent="-330200" lvl="4" marL="2286000" algn="l">
              <a:spcBef>
                <a:spcPts val="320"/>
              </a:spcBef>
              <a:spcAft>
                <a:spcPts val="0"/>
              </a:spcAft>
              <a:buClr>
                <a:schemeClr val="accent1"/>
              </a:buClr>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p:nvPr/>
        </p:nvSpPr>
        <p:spPr>
          <a:xfrm>
            <a:off x="228600" y="228600"/>
            <a:ext cx="8695944" cy="2468880"/>
          </a:xfrm>
          <a:prstGeom prst="roundRect">
            <a:avLst>
              <a:gd fmla="val 3362"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grpSp>
        <p:nvGrpSpPr>
          <p:cNvPr id="11" name="Google Shape;11;p36"/>
          <p:cNvGrpSpPr/>
          <p:nvPr/>
        </p:nvGrpSpPr>
        <p:grpSpPr>
          <a:xfrm>
            <a:off x="211665" y="1679429"/>
            <a:ext cx="8723376" cy="1329874"/>
            <a:chOff x="-3905251" y="4294188"/>
            <a:chExt cx="13027839" cy="1892300"/>
          </a:xfrm>
        </p:grpSpPr>
        <p:sp>
          <p:nvSpPr>
            <p:cNvPr id="12" name="Google Shape;12;p36"/>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3" name="Google Shape;13;p36"/>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4" name="Google Shape;14;p36"/>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5" name="Google Shape;15;p36"/>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6" name="Google Shape;16;p36"/>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7" name="Google Shape;17;p3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FFFFFF"/>
              </a:buClr>
              <a:buSzPts val="4400"/>
              <a:buFont typeface="Candara"/>
              <a:buNone/>
              <a:defRPr b="0" i="0" sz="4400" u="none" cap="none" strike="noStrike">
                <a:solidFill>
                  <a:srgbClr val="FFFFFF"/>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36"/>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19" name="Google Shape;19;p36"/>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20" name="Google Shape;20;p3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sz="1000" u="none">
                <a:solidFill>
                  <a:schemeClr val="dk2"/>
                </a:solidFill>
                <a:latin typeface="Candara"/>
                <a:ea typeface="Candara"/>
                <a:cs typeface="Candara"/>
                <a:sym typeface="Candara"/>
              </a:defRPr>
            </a:lvl1pPr>
            <a:lvl2pPr indent="0" lvl="1" marL="0" marR="0" rtl="0" algn="ctr">
              <a:spcBef>
                <a:spcPts val="0"/>
              </a:spcBef>
              <a:buNone/>
              <a:defRPr b="0" sz="1000" u="none">
                <a:solidFill>
                  <a:schemeClr val="dk2"/>
                </a:solidFill>
                <a:latin typeface="Candara"/>
                <a:ea typeface="Candara"/>
                <a:cs typeface="Candara"/>
                <a:sym typeface="Candara"/>
              </a:defRPr>
            </a:lvl2pPr>
            <a:lvl3pPr indent="0" lvl="2" marL="0" marR="0" rtl="0" algn="ctr">
              <a:spcBef>
                <a:spcPts val="0"/>
              </a:spcBef>
              <a:buNone/>
              <a:defRPr b="0" sz="1000" u="none">
                <a:solidFill>
                  <a:schemeClr val="dk2"/>
                </a:solidFill>
                <a:latin typeface="Candara"/>
                <a:ea typeface="Candara"/>
                <a:cs typeface="Candara"/>
                <a:sym typeface="Candara"/>
              </a:defRPr>
            </a:lvl3pPr>
            <a:lvl4pPr indent="0" lvl="3" marL="0" marR="0" rtl="0" algn="ctr">
              <a:spcBef>
                <a:spcPts val="0"/>
              </a:spcBef>
              <a:buNone/>
              <a:defRPr b="0" sz="1000" u="none">
                <a:solidFill>
                  <a:schemeClr val="dk2"/>
                </a:solidFill>
                <a:latin typeface="Candara"/>
                <a:ea typeface="Candara"/>
                <a:cs typeface="Candara"/>
                <a:sym typeface="Candara"/>
              </a:defRPr>
            </a:lvl4pPr>
            <a:lvl5pPr indent="0" lvl="4" marL="0" marR="0" rtl="0" algn="ctr">
              <a:spcBef>
                <a:spcPts val="0"/>
              </a:spcBef>
              <a:buNone/>
              <a:defRPr b="0" sz="1000" u="none">
                <a:solidFill>
                  <a:schemeClr val="dk2"/>
                </a:solidFill>
                <a:latin typeface="Candara"/>
                <a:ea typeface="Candara"/>
                <a:cs typeface="Candara"/>
                <a:sym typeface="Candara"/>
              </a:defRPr>
            </a:lvl5pPr>
            <a:lvl6pPr indent="0" lvl="5" marL="0" marR="0" rtl="0" algn="ctr">
              <a:spcBef>
                <a:spcPts val="0"/>
              </a:spcBef>
              <a:buNone/>
              <a:defRPr b="0" sz="1000" u="none">
                <a:solidFill>
                  <a:schemeClr val="dk2"/>
                </a:solidFill>
                <a:latin typeface="Candara"/>
                <a:ea typeface="Candara"/>
                <a:cs typeface="Candara"/>
                <a:sym typeface="Candara"/>
              </a:defRPr>
            </a:lvl6pPr>
            <a:lvl7pPr indent="0" lvl="6" marL="0" marR="0" rtl="0" algn="ctr">
              <a:spcBef>
                <a:spcPts val="0"/>
              </a:spcBef>
              <a:buNone/>
              <a:defRPr b="0" sz="1000" u="none">
                <a:solidFill>
                  <a:schemeClr val="dk2"/>
                </a:solidFill>
                <a:latin typeface="Candara"/>
                <a:ea typeface="Candara"/>
                <a:cs typeface="Candara"/>
                <a:sym typeface="Candara"/>
              </a:defRPr>
            </a:lvl7pPr>
            <a:lvl8pPr indent="0" lvl="7" marL="0" marR="0" rtl="0" algn="ctr">
              <a:spcBef>
                <a:spcPts val="0"/>
              </a:spcBef>
              <a:buNone/>
              <a:defRPr b="0" sz="1000" u="none">
                <a:solidFill>
                  <a:schemeClr val="dk2"/>
                </a:solidFill>
                <a:latin typeface="Candara"/>
                <a:ea typeface="Candara"/>
                <a:cs typeface="Candara"/>
                <a:sym typeface="Candara"/>
              </a:defRPr>
            </a:lvl8pPr>
            <a:lvl9pPr indent="0" lvl="8" marL="0" marR="0" rtl="0" algn="ctr">
              <a:spcBef>
                <a:spcPts val="0"/>
              </a:spcBef>
              <a:buNone/>
              <a:defRPr b="0" sz="1000" u="none">
                <a:solidFill>
                  <a:schemeClr val="dk2"/>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it-IT"/>
              <a:t>‹#›</a:t>
            </a:fld>
            <a:endParaRPr/>
          </a:p>
        </p:txBody>
      </p:sp>
      <p:sp>
        <p:nvSpPr>
          <p:cNvPr id="21" name="Google Shape;21;p36"/>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Candara"/>
                <a:ea typeface="Candara"/>
                <a:cs typeface="Candara"/>
                <a:sym typeface="Candara"/>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Candara"/>
                <a:ea typeface="Candara"/>
                <a:cs typeface="Candara"/>
                <a:sym typeface="Candara"/>
              </a:defRPr>
            </a:lvl2pPr>
            <a:lvl3pPr indent="-355600" lvl="2" marL="13716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Candara"/>
                <a:ea typeface="Candara"/>
                <a:cs typeface="Candara"/>
                <a:sym typeface="Candara"/>
              </a:defRPr>
            </a:lvl3pPr>
            <a:lvl4pPr indent="-342900" lvl="3" marL="1828800" marR="0" rtl="0" algn="l">
              <a:spcBef>
                <a:spcPts val="360"/>
              </a:spcBef>
              <a:spcAft>
                <a:spcPts val="0"/>
              </a:spcAft>
              <a:buClr>
                <a:schemeClr val="accent1"/>
              </a:buClr>
              <a:buSzPts val="1800"/>
              <a:buFont typeface="Noto Sans Symbols"/>
              <a:buChar char="*"/>
              <a:defRPr b="0" i="0" sz="1800" u="none" cap="none" strike="noStrike">
                <a:solidFill>
                  <a:schemeClr val="dk2"/>
                </a:solidFill>
                <a:latin typeface="Candara"/>
                <a:ea typeface="Candara"/>
                <a:cs typeface="Candara"/>
                <a:sym typeface="Candara"/>
              </a:defRPr>
            </a:lvl4pPr>
            <a:lvl5pPr indent="-330200" lvl="4" marL="2286000" marR="0" rtl="0" algn="l">
              <a:spcBef>
                <a:spcPts val="320"/>
              </a:spcBef>
              <a:spcAft>
                <a:spcPts val="0"/>
              </a:spcAft>
              <a:buClr>
                <a:schemeClr val="accent1"/>
              </a:buClr>
              <a:buSzPts val="1600"/>
              <a:buFont typeface="Noto Sans Symbols"/>
              <a:buChar char="*"/>
              <a:defRPr b="0" i="0" sz="1600" u="none" cap="none" strike="noStrike">
                <a:solidFill>
                  <a:schemeClr val="dk2"/>
                </a:solidFill>
                <a:latin typeface="Candara"/>
                <a:ea typeface="Candara"/>
                <a:cs typeface="Candara"/>
                <a:sym typeface="Candara"/>
              </a:defRPr>
            </a:lvl5pPr>
            <a:lvl6pPr indent="-317500" lvl="5" marL="27432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6pPr>
            <a:lvl7pPr indent="-317500" lvl="6" marL="32004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7pPr>
            <a:lvl8pPr indent="-317500" lvl="7" marL="36576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8pPr>
            <a:lvl9pPr indent="-317500" lvl="8" marL="41148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Jdbc</a:t>
            </a:r>
            <a:endParaRPr/>
          </a:p>
        </p:txBody>
      </p:sp>
      <p:sp>
        <p:nvSpPr>
          <p:cNvPr id="137" name="Google Shape;137;p1"/>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Conoscenza base del Sql</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Dbms installato (MySql, PostgreSql, Oracle etc.)</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Conoscenza base di Java SE /OOP</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Conoscenza base di un IDE Java (es. Eclipse)</a:t>
            </a:r>
            <a:endParaRPr/>
          </a:p>
        </p:txBody>
      </p:sp>
      <p:sp>
        <p:nvSpPr>
          <p:cNvPr id="143" name="Google Shape;143;p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44" name="Google Shape;144;p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Pre-requisiti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Jdbc: Java Data Base Connectivity</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Specifica/API per definire le modalità di accesso ad un qualsiasi DBMS in Java</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Insieme di classi/interfacce definite all’interno del package principale java.sql (e relativi sotto-package)</a:t>
            </a:r>
            <a:endParaRPr/>
          </a:p>
        </p:txBody>
      </p:sp>
      <p:sp>
        <p:nvSpPr>
          <p:cNvPr id="150" name="Google Shape;150;p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51" name="Google Shape;151;p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Jdbc – cos’è</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A seconda del Dbms (e della versione del Dbms) utilizzato occorrerà scegliere il driver jdbc (libreria jar) corretto. </a:t>
            </a:r>
            <a:endParaRPr/>
          </a:p>
          <a:p>
            <a:pPr indent="0" lvl="0" marL="0" rtl="0" algn="l">
              <a:spcBef>
                <a:spcPts val="480"/>
              </a:spcBef>
              <a:spcAft>
                <a:spcPts val="0"/>
              </a:spcAft>
              <a:buSzPts val="2400"/>
              <a:buNone/>
            </a:pPr>
            <a:r>
              <a:rPr lang="it-IT"/>
              <a:t>Esempio:</a:t>
            </a:r>
            <a:endParaRPr/>
          </a:p>
          <a:p>
            <a:pPr indent="-274319" lvl="1" marL="576263" rtl="0" algn="l">
              <a:spcBef>
                <a:spcPts val="440"/>
              </a:spcBef>
              <a:spcAft>
                <a:spcPts val="0"/>
              </a:spcAft>
              <a:buSzPts val="2200"/>
              <a:buChar char="*"/>
            </a:pPr>
            <a:r>
              <a:rPr lang="it-IT"/>
              <a:t>MySql 8: mysql-connector-java-8.0.18.jar</a:t>
            </a:r>
            <a:endParaRPr/>
          </a:p>
          <a:p>
            <a:pPr indent="-274319" lvl="1" marL="576263" rtl="0" algn="l">
              <a:spcBef>
                <a:spcPts val="440"/>
              </a:spcBef>
              <a:spcAft>
                <a:spcPts val="0"/>
              </a:spcAft>
              <a:buSzPts val="2200"/>
              <a:buChar char="*"/>
            </a:pPr>
            <a:r>
              <a:rPr lang="it-IT"/>
              <a:t>PostgreSql 9.3: postgresql-9.4-1203.jdbc42.jar</a:t>
            </a:r>
            <a:endParaRPr/>
          </a:p>
          <a:p>
            <a:pPr indent="-274319" lvl="1" marL="576263" rtl="0" algn="l">
              <a:spcBef>
                <a:spcPts val="440"/>
              </a:spcBef>
              <a:spcAft>
                <a:spcPts val="0"/>
              </a:spcAft>
              <a:buSzPts val="2200"/>
              <a:buChar char="*"/>
            </a:pPr>
            <a:r>
              <a:rPr lang="it-IT"/>
              <a:t>Oracle 12c: ojdbc8-12.2.0.1.jar</a:t>
            </a:r>
            <a:endParaRPr/>
          </a:p>
          <a:p>
            <a:pPr indent="-134619" lvl="1" marL="576263" rtl="0" algn="l">
              <a:spcBef>
                <a:spcPts val="440"/>
              </a:spcBef>
              <a:spcAft>
                <a:spcPts val="0"/>
              </a:spcAft>
              <a:buSzPts val="2200"/>
              <a:buNone/>
            </a:pPr>
            <a:r>
              <a:t/>
            </a:r>
            <a:endParaRPr/>
          </a:p>
        </p:txBody>
      </p:sp>
      <p:sp>
        <p:nvSpPr>
          <p:cNvPr id="157" name="Google Shape;157;p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58" name="Google Shape;158;p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Driver Jdbc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700"/>
              <a:buNone/>
            </a:pPr>
            <a:r>
              <a:t/>
            </a:r>
            <a:endParaRPr i="1" sz="1700"/>
          </a:p>
          <a:p>
            <a:pPr indent="0" lvl="0" marL="0" rtl="0" algn="l">
              <a:spcBef>
                <a:spcPts val="340"/>
              </a:spcBef>
              <a:spcAft>
                <a:spcPts val="0"/>
              </a:spcAft>
              <a:buSzPts val="1700"/>
              <a:buNone/>
            </a:pPr>
            <a:r>
              <a:rPr i="1" lang="it-IT" sz="1700"/>
              <a:t>String driverName = "..."; //dipende dal Dbms</a:t>
            </a:r>
            <a:endParaRPr i="1" sz="1700"/>
          </a:p>
          <a:p>
            <a:pPr indent="0" lvl="0" marL="0" rtl="0" algn="l">
              <a:spcBef>
                <a:spcPts val="340"/>
              </a:spcBef>
              <a:spcAft>
                <a:spcPts val="0"/>
              </a:spcAft>
              <a:buSzPts val="1700"/>
              <a:buNone/>
            </a:pPr>
            <a:r>
              <a:rPr i="1" lang="it-IT" sz="1700"/>
              <a:t>String dbUrl = "..."; //dipende dal Dbms</a:t>
            </a:r>
            <a:endParaRPr i="1" sz="1700"/>
          </a:p>
          <a:p>
            <a:pPr indent="0" lvl="0" marL="0" rtl="0" algn="l">
              <a:spcBef>
                <a:spcPts val="340"/>
              </a:spcBef>
              <a:spcAft>
                <a:spcPts val="0"/>
              </a:spcAft>
              <a:buSzPts val="1700"/>
              <a:buNone/>
            </a:pPr>
            <a:r>
              <a:rPr i="1" lang="it-IT" sz="1700"/>
              <a:t>String dbUser = "..."; //dipende dal Dbms</a:t>
            </a:r>
            <a:endParaRPr i="1" sz="1700"/>
          </a:p>
          <a:p>
            <a:pPr indent="0" lvl="0" marL="0" rtl="0" algn="l">
              <a:spcBef>
                <a:spcPts val="340"/>
              </a:spcBef>
              <a:spcAft>
                <a:spcPts val="0"/>
              </a:spcAft>
              <a:buSzPts val="1700"/>
              <a:buNone/>
            </a:pPr>
            <a:r>
              <a:rPr i="1" lang="it-IT" sz="1700"/>
              <a:t>String dbPassword = "..."; //dipende dal Dbms</a:t>
            </a:r>
            <a:endParaRPr i="1" sz="1700"/>
          </a:p>
          <a:p>
            <a:pPr indent="0" lvl="0" marL="0" rtl="0" algn="l">
              <a:spcBef>
                <a:spcPts val="340"/>
              </a:spcBef>
              <a:spcAft>
                <a:spcPts val="0"/>
              </a:spcAft>
              <a:buSzPts val="1700"/>
              <a:buNone/>
            </a:pPr>
            <a:r>
              <a:t/>
            </a:r>
            <a:endParaRPr i="1" sz="1700"/>
          </a:p>
          <a:p>
            <a:pPr indent="0" lvl="0" marL="0" rtl="0" algn="l">
              <a:spcBef>
                <a:spcPts val="340"/>
              </a:spcBef>
              <a:spcAft>
                <a:spcPts val="0"/>
              </a:spcAft>
              <a:buSzPts val="1700"/>
              <a:buNone/>
            </a:pPr>
            <a:r>
              <a:rPr b="1" i="1" lang="it-IT" sz="1700"/>
              <a:t>Class.forName(driverName);  </a:t>
            </a:r>
            <a:endParaRPr/>
          </a:p>
          <a:p>
            <a:pPr indent="0" lvl="0" marL="0" rtl="0" algn="l">
              <a:spcBef>
                <a:spcPts val="480"/>
              </a:spcBef>
              <a:spcAft>
                <a:spcPts val="0"/>
              </a:spcAft>
              <a:buSzPts val="1700"/>
              <a:buNone/>
            </a:pPr>
            <a:r>
              <a:rPr b="1" i="1" lang="it-IT" sz="1700"/>
              <a:t>Connection con = DriverManager.getConnection(dbUrl,dbUser,dbPassword); </a:t>
            </a:r>
            <a:r>
              <a:rPr b="1" i="1" lang="it-IT"/>
              <a:t> </a:t>
            </a:r>
            <a:endParaRPr b="1"/>
          </a:p>
        </p:txBody>
      </p:sp>
      <p:sp>
        <p:nvSpPr>
          <p:cNvPr id="164" name="Google Shape;164;p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65" name="Google Shape;165;p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Codice per connettersi ad un db</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6"/>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t/>
            </a:r>
            <a:endParaRPr i="1" sz="1800"/>
          </a:p>
          <a:p>
            <a:pPr indent="0" lvl="0" marL="0" rtl="0" algn="l">
              <a:spcBef>
                <a:spcPts val="360"/>
              </a:spcBef>
              <a:spcAft>
                <a:spcPts val="0"/>
              </a:spcAft>
              <a:buSzPts val="1800"/>
              <a:buNone/>
            </a:pPr>
            <a:r>
              <a:rPr b="1" i="1" lang="it-IT" sz="1800"/>
              <a:t>String driverName = "com.mysql.cj.jdbc.Driver";</a:t>
            </a:r>
            <a:endParaRPr/>
          </a:p>
          <a:p>
            <a:pPr indent="0" lvl="0" marL="0" rtl="0" algn="l">
              <a:spcBef>
                <a:spcPts val="360"/>
              </a:spcBef>
              <a:spcAft>
                <a:spcPts val="0"/>
              </a:spcAft>
              <a:buSzPts val="1800"/>
              <a:buNone/>
            </a:pPr>
            <a:r>
              <a:rPr b="1" i="1" lang="it-IT" sz="1800"/>
              <a:t>String dbUrl = "jdbc:mysql://localhost:3306/testjdbc?useSSL=false&amp;useJDBCCompliantTimezoneShift=true&amp;useLegacyDatetimeCode=false&amp;serverTimezone=UTC";</a:t>
            </a:r>
            <a:endParaRPr/>
          </a:p>
          <a:p>
            <a:pPr indent="0" lvl="0" marL="0" rtl="0" algn="l">
              <a:spcBef>
                <a:spcPts val="360"/>
              </a:spcBef>
              <a:spcAft>
                <a:spcPts val="0"/>
              </a:spcAft>
              <a:buSzPts val="1800"/>
              <a:buNone/>
            </a:pPr>
            <a:r>
              <a:rPr b="1" i="1" lang="it-IT" sz="1800"/>
              <a:t>String dbUser = "root";</a:t>
            </a:r>
            <a:endParaRPr/>
          </a:p>
          <a:p>
            <a:pPr indent="0" lvl="0" marL="0" rtl="0" algn="l">
              <a:spcBef>
                <a:spcPts val="360"/>
              </a:spcBef>
              <a:spcAft>
                <a:spcPts val="0"/>
              </a:spcAft>
              <a:buSzPts val="1800"/>
              <a:buNone/>
            </a:pPr>
            <a:r>
              <a:rPr b="1" i="1" lang="it-IT" sz="1800"/>
              <a:t>String dbPassword = "pwd_utente_root_MySql";</a:t>
            </a:r>
            <a:endParaRPr b="1" i="1" sz="1800"/>
          </a:p>
          <a:p>
            <a:pPr indent="0" lvl="0" marL="0" rtl="0" algn="l">
              <a:spcBef>
                <a:spcPts val="360"/>
              </a:spcBef>
              <a:spcAft>
                <a:spcPts val="0"/>
              </a:spcAft>
              <a:buSzPts val="1800"/>
              <a:buNone/>
            </a:pPr>
            <a:r>
              <a:t/>
            </a:r>
            <a:endParaRPr i="1" sz="1800"/>
          </a:p>
          <a:p>
            <a:pPr indent="0" lvl="0" marL="0" rtl="0" algn="l">
              <a:spcBef>
                <a:spcPts val="360"/>
              </a:spcBef>
              <a:spcAft>
                <a:spcPts val="0"/>
              </a:spcAft>
              <a:buSzPts val="1800"/>
              <a:buNone/>
            </a:pPr>
            <a:r>
              <a:rPr i="1" lang="it-IT" sz="1800"/>
              <a:t>Class.forName(driverName);  </a:t>
            </a:r>
            <a:endParaRPr/>
          </a:p>
          <a:p>
            <a:pPr indent="0" lvl="0" marL="0" rtl="0" algn="l">
              <a:spcBef>
                <a:spcPts val="360"/>
              </a:spcBef>
              <a:spcAft>
                <a:spcPts val="0"/>
              </a:spcAft>
              <a:buSzPts val="1800"/>
              <a:buNone/>
            </a:pPr>
            <a:r>
              <a:rPr i="1" lang="it-IT" sz="1800"/>
              <a:t>Connection con = DriverManager.getConnection(dbUrl,dbUser,dbPassword);</a:t>
            </a:r>
            <a:endParaRPr/>
          </a:p>
        </p:txBody>
      </p:sp>
      <p:sp>
        <p:nvSpPr>
          <p:cNvPr id="171" name="Google Shape;171;p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2" name="Google Shape;172;p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Parametri di connessione per MySql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7"/>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t/>
            </a:r>
            <a:endParaRPr b="1" i="1" sz="1800"/>
          </a:p>
          <a:p>
            <a:pPr indent="0" lvl="0" marL="0" rtl="0" algn="l">
              <a:spcBef>
                <a:spcPts val="360"/>
              </a:spcBef>
              <a:spcAft>
                <a:spcPts val="0"/>
              </a:spcAft>
              <a:buSzPts val="1800"/>
              <a:buNone/>
            </a:pPr>
            <a:r>
              <a:rPr b="1" i="1" lang="it-IT" sz="1800"/>
              <a:t>String driverName = "org.postgresql.Driver";</a:t>
            </a:r>
            <a:endParaRPr b="1" i="1" sz="1800"/>
          </a:p>
          <a:p>
            <a:pPr indent="0" lvl="0" marL="0" rtl="0" algn="l">
              <a:spcBef>
                <a:spcPts val="360"/>
              </a:spcBef>
              <a:spcAft>
                <a:spcPts val="0"/>
              </a:spcAft>
              <a:buSzPts val="1800"/>
              <a:buNone/>
            </a:pPr>
            <a:r>
              <a:rPr b="1" i="1" lang="it-IT" sz="1800"/>
              <a:t>String dbUrl = "jdbc:postgresql://localhost:5432/nomeDb";</a:t>
            </a:r>
            <a:endParaRPr b="1" i="1" sz="1800"/>
          </a:p>
          <a:p>
            <a:pPr indent="0" lvl="0" marL="0" rtl="0" algn="l">
              <a:spcBef>
                <a:spcPts val="360"/>
              </a:spcBef>
              <a:spcAft>
                <a:spcPts val="0"/>
              </a:spcAft>
              <a:buSzPts val="1800"/>
              <a:buNone/>
            </a:pPr>
            <a:r>
              <a:rPr b="1" i="1" lang="it-IT" sz="1800"/>
              <a:t>String dbUser = "postgres";</a:t>
            </a:r>
            <a:endParaRPr b="1" i="1" sz="1800"/>
          </a:p>
          <a:p>
            <a:pPr indent="0" lvl="0" marL="0" rtl="0" algn="l">
              <a:spcBef>
                <a:spcPts val="360"/>
              </a:spcBef>
              <a:spcAft>
                <a:spcPts val="0"/>
              </a:spcAft>
              <a:buSzPts val="1800"/>
              <a:buNone/>
            </a:pPr>
            <a:r>
              <a:rPr b="1" i="1" lang="it-IT" sz="1800"/>
              <a:t>String dbPassword = "pwd_utente_postgres";</a:t>
            </a:r>
            <a:endParaRPr b="1" i="1" sz="1800"/>
          </a:p>
          <a:p>
            <a:pPr indent="0" lvl="0" marL="0" rtl="0" algn="l">
              <a:spcBef>
                <a:spcPts val="360"/>
              </a:spcBef>
              <a:spcAft>
                <a:spcPts val="0"/>
              </a:spcAft>
              <a:buSzPts val="1800"/>
              <a:buNone/>
            </a:pPr>
            <a:r>
              <a:t/>
            </a:r>
            <a:endParaRPr i="1" sz="1800"/>
          </a:p>
          <a:p>
            <a:pPr indent="0" lvl="0" marL="0" rtl="0" algn="l">
              <a:spcBef>
                <a:spcPts val="360"/>
              </a:spcBef>
              <a:spcAft>
                <a:spcPts val="0"/>
              </a:spcAft>
              <a:buSzPts val="1800"/>
              <a:buNone/>
            </a:pPr>
            <a:r>
              <a:rPr i="1" lang="it-IT" sz="1800"/>
              <a:t>Class.forName(driverName);  </a:t>
            </a:r>
            <a:endParaRPr/>
          </a:p>
          <a:p>
            <a:pPr indent="0" lvl="0" marL="0" rtl="0" algn="l">
              <a:spcBef>
                <a:spcPts val="360"/>
              </a:spcBef>
              <a:spcAft>
                <a:spcPts val="0"/>
              </a:spcAft>
              <a:buSzPts val="1800"/>
              <a:buNone/>
            </a:pPr>
            <a:r>
              <a:rPr i="1" lang="it-IT" sz="1800"/>
              <a:t>Connection con = DriverManager.getConnection(dbUrl,dbUser,dbPassword);</a:t>
            </a:r>
            <a:endParaRPr/>
          </a:p>
          <a:p>
            <a:pPr indent="0" lvl="0" marL="0" rtl="0" algn="l">
              <a:spcBef>
                <a:spcPts val="480"/>
              </a:spcBef>
              <a:spcAft>
                <a:spcPts val="0"/>
              </a:spcAft>
              <a:buSzPts val="2400"/>
              <a:buNone/>
            </a:pPr>
            <a:r>
              <a:t/>
            </a:r>
            <a:endParaRPr/>
          </a:p>
        </p:txBody>
      </p:sp>
      <p:sp>
        <p:nvSpPr>
          <p:cNvPr id="178" name="Google Shape;178;p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9" name="Google Shape;179;p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Parametri di connessione per PostgreSql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La connessione al db è una risorsa esterna che va rilasciata in ogni caso quando il programma termina: occorre quindi usare il blocco </a:t>
            </a:r>
            <a:r>
              <a:rPr i="1" lang="it-IT"/>
              <a:t>finally</a:t>
            </a:r>
            <a:r>
              <a:rPr lang="it-IT"/>
              <a:t> delle eccezioni:</a:t>
            </a:r>
            <a:endParaRPr/>
          </a:p>
          <a:p>
            <a:pPr indent="0" lvl="2" marL="581343" rtl="0" algn="l">
              <a:spcBef>
                <a:spcPts val="320"/>
              </a:spcBef>
              <a:spcAft>
                <a:spcPts val="0"/>
              </a:spcAft>
              <a:buSzPts val="1600"/>
              <a:buNone/>
            </a:pPr>
            <a:r>
              <a:rPr i="1" lang="it-IT" sz="1600"/>
              <a:t>Connection connection = null;</a:t>
            </a:r>
            <a:endParaRPr/>
          </a:p>
          <a:p>
            <a:pPr indent="0" lvl="2" marL="581343" rtl="0" algn="l">
              <a:spcBef>
                <a:spcPts val="320"/>
              </a:spcBef>
              <a:spcAft>
                <a:spcPts val="0"/>
              </a:spcAft>
              <a:buSzPts val="1600"/>
              <a:buNone/>
            </a:pPr>
            <a:r>
              <a:rPr i="1" lang="it-IT" sz="1600"/>
              <a:t>try{</a:t>
            </a:r>
            <a:endParaRPr/>
          </a:p>
          <a:p>
            <a:pPr indent="0" lvl="2" marL="581343" rtl="0" algn="l">
              <a:spcBef>
                <a:spcPts val="320"/>
              </a:spcBef>
              <a:spcAft>
                <a:spcPts val="0"/>
              </a:spcAft>
              <a:buSzPts val="1600"/>
              <a:buNone/>
            </a:pPr>
            <a:r>
              <a:rPr i="1" lang="it-IT" sz="1600"/>
              <a:t>	…</a:t>
            </a:r>
            <a:endParaRPr/>
          </a:p>
          <a:p>
            <a:pPr indent="0" lvl="2" marL="581343" rtl="0" algn="l">
              <a:spcBef>
                <a:spcPts val="320"/>
              </a:spcBef>
              <a:spcAft>
                <a:spcPts val="0"/>
              </a:spcAft>
              <a:buSzPts val="1600"/>
              <a:buNone/>
            </a:pPr>
            <a:r>
              <a:rPr i="1" lang="it-IT" sz="1600"/>
              <a:t>	connection = DriverManager.getConnection(…);</a:t>
            </a:r>
            <a:endParaRPr/>
          </a:p>
          <a:p>
            <a:pPr indent="0" lvl="2" marL="581343" rtl="0" algn="l">
              <a:spcBef>
                <a:spcPts val="320"/>
              </a:spcBef>
              <a:spcAft>
                <a:spcPts val="0"/>
              </a:spcAft>
              <a:buSzPts val="1600"/>
              <a:buNone/>
            </a:pPr>
            <a:r>
              <a:rPr i="1" lang="it-IT" sz="1600"/>
              <a:t>}catch(Exception ex){</a:t>
            </a:r>
            <a:endParaRPr/>
          </a:p>
          <a:p>
            <a:pPr indent="0" lvl="2" marL="581343" rtl="0" algn="l">
              <a:spcBef>
                <a:spcPts val="320"/>
              </a:spcBef>
              <a:spcAft>
                <a:spcPts val="0"/>
              </a:spcAft>
              <a:buSzPts val="1600"/>
              <a:buNone/>
            </a:pPr>
            <a:r>
              <a:rPr i="1" lang="it-IT" sz="1600"/>
              <a:t>	…</a:t>
            </a:r>
            <a:endParaRPr/>
          </a:p>
          <a:p>
            <a:pPr indent="0" lvl="2" marL="581343" rtl="0" algn="l">
              <a:spcBef>
                <a:spcPts val="320"/>
              </a:spcBef>
              <a:spcAft>
                <a:spcPts val="0"/>
              </a:spcAft>
              <a:buSzPts val="1600"/>
              <a:buNone/>
            </a:pPr>
            <a:r>
              <a:rPr i="1" lang="it-IT" sz="1600"/>
              <a:t>}</a:t>
            </a:r>
            <a:endParaRPr/>
          </a:p>
          <a:p>
            <a:pPr indent="0" lvl="2" marL="581343" rtl="0" algn="l">
              <a:spcBef>
                <a:spcPts val="320"/>
              </a:spcBef>
              <a:spcAft>
                <a:spcPts val="0"/>
              </a:spcAft>
              <a:buSzPts val="1600"/>
              <a:buNone/>
            </a:pPr>
            <a:r>
              <a:rPr i="1" lang="it-IT" sz="1600"/>
              <a:t>finally{</a:t>
            </a:r>
            <a:endParaRPr/>
          </a:p>
          <a:p>
            <a:pPr indent="0" lvl="2" marL="581343" rtl="0" algn="l">
              <a:spcBef>
                <a:spcPts val="320"/>
              </a:spcBef>
              <a:spcAft>
                <a:spcPts val="0"/>
              </a:spcAft>
              <a:buSzPts val="1600"/>
              <a:buNone/>
            </a:pPr>
            <a:r>
              <a:rPr i="1" lang="it-IT" sz="1600"/>
              <a:t>	….</a:t>
            </a:r>
            <a:endParaRPr/>
          </a:p>
          <a:p>
            <a:pPr indent="0" lvl="2" marL="581343" rtl="0" algn="l">
              <a:spcBef>
                <a:spcPts val="320"/>
              </a:spcBef>
              <a:spcAft>
                <a:spcPts val="0"/>
              </a:spcAft>
              <a:buSzPts val="1600"/>
              <a:buNone/>
            </a:pPr>
            <a:r>
              <a:rPr i="1" lang="it-IT" sz="1600"/>
              <a:t>	connection.close();</a:t>
            </a:r>
            <a:endParaRPr/>
          </a:p>
          <a:p>
            <a:pPr indent="0" lvl="2" marL="581343" rtl="0" algn="l">
              <a:spcBef>
                <a:spcPts val="320"/>
              </a:spcBef>
              <a:spcAft>
                <a:spcPts val="0"/>
              </a:spcAft>
              <a:buSzPts val="1600"/>
              <a:buNone/>
            </a:pPr>
            <a:r>
              <a:rPr i="1" lang="it-IT" sz="1600"/>
              <a:t>}</a:t>
            </a:r>
            <a:endParaRPr/>
          </a:p>
        </p:txBody>
      </p:sp>
      <p:sp>
        <p:nvSpPr>
          <p:cNvPr id="185" name="Google Shape;185;p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86" name="Google Shape;186;p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Chiusura della connessione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i="1" lang="it-IT" sz="1800"/>
              <a:t>connection.setAutoCommit(false);</a:t>
            </a:r>
            <a:endParaRPr/>
          </a:p>
          <a:p>
            <a:pPr indent="0" lvl="0" marL="0" rtl="0" algn="l">
              <a:spcBef>
                <a:spcPts val="360"/>
              </a:spcBef>
              <a:spcAft>
                <a:spcPts val="0"/>
              </a:spcAft>
              <a:buSzPts val="1800"/>
              <a:buNone/>
            </a:pPr>
            <a:r>
              <a:rPr i="1" lang="it-IT" sz="1800"/>
              <a:t>Statement stmt = connection.createStatement();</a:t>
            </a:r>
            <a:endParaRPr/>
          </a:p>
          <a:p>
            <a:pPr indent="0" lvl="0" marL="0" rtl="0" algn="l">
              <a:spcBef>
                <a:spcPts val="360"/>
              </a:spcBef>
              <a:spcAft>
                <a:spcPts val="0"/>
              </a:spcAft>
              <a:buSzPts val="1800"/>
              <a:buNone/>
            </a:pPr>
            <a:r>
              <a:rPr i="1" lang="it-IT" sz="1800"/>
              <a:t>String sql = "insert into persona (id,nome,cognome) values (2,'Mario','Rossi')";</a:t>
            </a:r>
            <a:endParaRPr/>
          </a:p>
          <a:p>
            <a:pPr indent="0" lvl="0" marL="0" rtl="0" algn="l">
              <a:spcBef>
                <a:spcPts val="360"/>
              </a:spcBef>
              <a:spcAft>
                <a:spcPts val="0"/>
              </a:spcAft>
              <a:buSzPts val="1800"/>
              <a:buNone/>
            </a:pPr>
            <a:r>
              <a:rPr i="1" lang="it-IT" sz="1800"/>
              <a:t>stmt.executeUpdate(sql);</a:t>
            </a:r>
            <a:endParaRPr/>
          </a:p>
          <a:p>
            <a:pPr indent="0" lvl="0" marL="0" rtl="0" algn="l">
              <a:spcBef>
                <a:spcPts val="360"/>
              </a:spcBef>
              <a:spcAft>
                <a:spcPts val="0"/>
              </a:spcAft>
              <a:buSzPts val="1800"/>
              <a:buNone/>
            </a:pPr>
            <a:r>
              <a:rPr i="1" lang="it-IT" sz="1800"/>
              <a:t>connection.commit();</a:t>
            </a:r>
            <a:endParaRPr/>
          </a:p>
          <a:p>
            <a:pPr indent="0" lvl="0" marL="0" rtl="0" algn="l">
              <a:spcBef>
                <a:spcPts val="360"/>
              </a:spcBef>
              <a:spcAft>
                <a:spcPts val="0"/>
              </a:spcAft>
              <a:buSzPts val="1800"/>
              <a:buNone/>
            </a:pPr>
            <a:r>
              <a:t/>
            </a:r>
            <a:endParaRPr i="1" sz="1800"/>
          </a:p>
          <a:p>
            <a:pPr indent="0" lvl="0" marL="0" rtl="0" algn="l">
              <a:spcBef>
                <a:spcPts val="360"/>
              </a:spcBef>
              <a:spcAft>
                <a:spcPts val="0"/>
              </a:spcAft>
              <a:buSzPts val="1800"/>
              <a:buNone/>
            </a:pPr>
            <a:r>
              <a:rPr b="1" i="1" lang="it-IT" sz="1800"/>
              <a:t>N.B.: attenzione ai valori specificati tramite values: il 2 essendo un numero va messo senza apice, mentre Mario e Rossi, essendo stringhe in Java e Varchar in MySql, vanno inseriti col singolo apice</a:t>
            </a:r>
            <a:endParaRPr b="1" i="1" sz="1800"/>
          </a:p>
        </p:txBody>
      </p:sp>
      <p:sp>
        <p:nvSpPr>
          <p:cNvPr id="192" name="Google Shape;192;p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93" name="Google Shape;193;p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Insert Sql via Jdbc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i="1" lang="it-IT" sz="1800"/>
              <a:t>connection.setAutoCommit(false);</a:t>
            </a:r>
            <a:endParaRPr/>
          </a:p>
          <a:p>
            <a:pPr indent="0" lvl="0" marL="0" rtl="0" algn="l">
              <a:spcBef>
                <a:spcPts val="360"/>
              </a:spcBef>
              <a:spcAft>
                <a:spcPts val="0"/>
              </a:spcAft>
              <a:buSzPts val="1800"/>
              <a:buNone/>
            </a:pPr>
            <a:r>
              <a:rPr i="1" lang="it-IT" sz="1800"/>
              <a:t>Statement stmt = connection.createStatement();</a:t>
            </a:r>
            <a:endParaRPr/>
          </a:p>
          <a:p>
            <a:pPr indent="0" lvl="0" marL="0" rtl="0" algn="l">
              <a:spcBef>
                <a:spcPts val="360"/>
              </a:spcBef>
              <a:spcAft>
                <a:spcPts val="0"/>
              </a:spcAft>
              <a:buSzPts val="1800"/>
              <a:buNone/>
            </a:pPr>
            <a:r>
              <a:rPr i="1" lang="it-IT" sz="1800"/>
              <a:t>String sql = "update persona set nome='Carlo', cognome='Bianchi' where idPersona=2";</a:t>
            </a:r>
            <a:endParaRPr/>
          </a:p>
          <a:p>
            <a:pPr indent="0" lvl="0" marL="0" rtl="0" algn="l">
              <a:spcBef>
                <a:spcPts val="360"/>
              </a:spcBef>
              <a:spcAft>
                <a:spcPts val="0"/>
              </a:spcAft>
              <a:buSzPts val="1800"/>
              <a:buNone/>
            </a:pPr>
            <a:r>
              <a:rPr i="1" lang="it-IT" sz="1800"/>
              <a:t>stmt.executeUpdate(sql);</a:t>
            </a:r>
            <a:endParaRPr/>
          </a:p>
          <a:p>
            <a:pPr indent="0" lvl="0" marL="0" rtl="0" algn="l">
              <a:spcBef>
                <a:spcPts val="360"/>
              </a:spcBef>
              <a:spcAft>
                <a:spcPts val="0"/>
              </a:spcAft>
              <a:buSzPts val="1800"/>
              <a:buNone/>
            </a:pPr>
            <a:r>
              <a:rPr i="1" lang="it-IT" sz="1800"/>
              <a:t>connection.commit();</a:t>
            </a:r>
            <a:endParaRPr/>
          </a:p>
        </p:txBody>
      </p:sp>
      <p:sp>
        <p:nvSpPr>
          <p:cNvPr id="199" name="Google Shape;199;p1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00" name="Google Shape;200;p1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Update Sql via Jdbc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txBox="1"/>
          <p:nvPr>
            <p:ph idx="1" type="body"/>
          </p:nvPr>
        </p:nvSpPr>
        <p:spPr>
          <a:xfrm>
            <a:off x="899592" y="2708920"/>
            <a:ext cx="7408333" cy="345069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i="1" lang="it-IT" sz="1800"/>
              <a:t>connection.setAutoCommit(false);</a:t>
            </a:r>
            <a:endParaRPr/>
          </a:p>
          <a:p>
            <a:pPr indent="0" lvl="0" marL="0" rtl="0" algn="l">
              <a:spcBef>
                <a:spcPts val="360"/>
              </a:spcBef>
              <a:spcAft>
                <a:spcPts val="0"/>
              </a:spcAft>
              <a:buSzPts val="1800"/>
              <a:buNone/>
            </a:pPr>
            <a:r>
              <a:rPr i="1" lang="it-IT" sz="1800"/>
              <a:t>Statement stmt = connection.createStatement();</a:t>
            </a:r>
            <a:endParaRPr/>
          </a:p>
          <a:p>
            <a:pPr indent="0" lvl="0" marL="0" rtl="0" algn="l">
              <a:spcBef>
                <a:spcPts val="360"/>
              </a:spcBef>
              <a:spcAft>
                <a:spcPts val="0"/>
              </a:spcAft>
              <a:buSzPts val="1800"/>
              <a:buNone/>
            </a:pPr>
            <a:r>
              <a:rPr i="1" lang="it-IT" sz="1800"/>
              <a:t>String sql = "delete from persona where idPersona=2";</a:t>
            </a:r>
            <a:endParaRPr/>
          </a:p>
          <a:p>
            <a:pPr indent="0" lvl="0" marL="0" rtl="0" algn="l">
              <a:spcBef>
                <a:spcPts val="360"/>
              </a:spcBef>
              <a:spcAft>
                <a:spcPts val="0"/>
              </a:spcAft>
              <a:buSzPts val="1800"/>
              <a:buNone/>
            </a:pPr>
            <a:r>
              <a:rPr i="1" lang="it-IT" sz="1800"/>
              <a:t>stmt.executeUpdate(sql);</a:t>
            </a:r>
            <a:endParaRPr/>
          </a:p>
          <a:p>
            <a:pPr indent="0" lvl="0" marL="0" rtl="0" algn="l">
              <a:spcBef>
                <a:spcPts val="360"/>
              </a:spcBef>
              <a:spcAft>
                <a:spcPts val="0"/>
              </a:spcAft>
              <a:buSzPts val="1800"/>
              <a:buNone/>
            </a:pPr>
            <a:r>
              <a:rPr i="1" lang="it-IT" sz="1800"/>
              <a:t>connection.commit();</a:t>
            </a:r>
            <a:endParaRPr/>
          </a:p>
        </p:txBody>
      </p:sp>
      <p:sp>
        <p:nvSpPr>
          <p:cNvPr id="206" name="Google Shape;206;p1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07" name="Google Shape;207;p1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Delete Sql via Jdbc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i="1" lang="it-IT" sz="1800"/>
              <a:t>Statement statement = connection.createStatement();</a:t>
            </a:r>
            <a:endParaRPr/>
          </a:p>
          <a:p>
            <a:pPr indent="0" lvl="0" marL="0" rtl="0" algn="l">
              <a:spcBef>
                <a:spcPts val="360"/>
              </a:spcBef>
              <a:spcAft>
                <a:spcPts val="0"/>
              </a:spcAft>
              <a:buSzPts val="1800"/>
              <a:buNone/>
            </a:pPr>
            <a:r>
              <a:rPr i="1" lang="it-IT" sz="1800"/>
              <a:t>ResultSet rs = statement.executeQuery("select * from persona");  </a:t>
            </a:r>
            <a:endParaRPr/>
          </a:p>
          <a:p>
            <a:pPr indent="0" lvl="0" marL="0" rtl="0" algn="l">
              <a:spcBef>
                <a:spcPts val="360"/>
              </a:spcBef>
              <a:spcAft>
                <a:spcPts val="0"/>
              </a:spcAft>
              <a:buSzPts val="1800"/>
              <a:buNone/>
            </a:pPr>
            <a:r>
              <a:rPr i="1" lang="it-IT" sz="1800"/>
              <a:t>while( rs.next() )</a:t>
            </a:r>
            <a:endParaRPr/>
          </a:p>
          <a:p>
            <a:pPr indent="0" lvl="0" marL="0" rtl="0" algn="l">
              <a:spcBef>
                <a:spcPts val="360"/>
              </a:spcBef>
              <a:spcAft>
                <a:spcPts val="0"/>
              </a:spcAft>
              <a:buSzPts val="1800"/>
              <a:buNone/>
            </a:pPr>
            <a:r>
              <a:rPr i="1" lang="it-IT" sz="1800"/>
              <a:t>{</a:t>
            </a:r>
            <a:endParaRPr/>
          </a:p>
          <a:p>
            <a:pPr indent="0" lvl="0" marL="0" rtl="0" algn="l">
              <a:spcBef>
                <a:spcPts val="360"/>
              </a:spcBef>
              <a:spcAft>
                <a:spcPts val="0"/>
              </a:spcAft>
              <a:buSzPts val="1800"/>
              <a:buNone/>
            </a:pPr>
            <a:r>
              <a:rPr i="1" lang="it-IT" sz="1800"/>
              <a:t>	Integer id = rs.getInt("idPersona");</a:t>
            </a:r>
            <a:endParaRPr/>
          </a:p>
          <a:p>
            <a:pPr indent="0" lvl="0" marL="0" rtl="0" algn="l">
              <a:spcBef>
                <a:spcPts val="360"/>
              </a:spcBef>
              <a:spcAft>
                <a:spcPts val="0"/>
              </a:spcAft>
              <a:buSzPts val="1800"/>
              <a:buNone/>
            </a:pPr>
            <a:r>
              <a:rPr i="1" lang="it-IT" sz="1800"/>
              <a:t>	String nome = rs.getString("nome");</a:t>
            </a:r>
            <a:endParaRPr/>
          </a:p>
          <a:p>
            <a:pPr indent="0" lvl="0" marL="0" rtl="0" algn="l">
              <a:spcBef>
                <a:spcPts val="360"/>
              </a:spcBef>
              <a:spcAft>
                <a:spcPts val="0"/>
              </a:spcAft>
              <a:buSzPts val="1800"/>
              <a:buNone/>
            </a:pPr>
            <a:r>
              <a:rPr i="1" lang="it-IT" sz="1800"/>
              <a:t>	String cognome = rs.getString("cognome");</a:t>
            </a:r>
            <a:endParaRPr/>
          </a:p>
          <a:p>
            <a:pPr indent="0" lvl="0" marL="0" rtl="0" algn="l">
              <a:spcBef>
                <a:spcPts val="360"/>
              </a:spcBef>
              <a:spcAft>
                <a:spcPts val="0"/>
              </a:spcAft>
              <a:buSzPts val="1800"/>
              <a:buNone/>
            </a:pPr>
            <a:r>
              <a:rPr i="1" lang="it-IT" sz="1800"/>
              <a:t>	System.out.println("Id: " + id + " - nome: " + nome + " - cognome: " + cognome);</a:t>
            </a:r>
            <a:endParaRPr/>
          </a:p>
          <a:p>
            <a:pPr indent="0" lvl="0" marL="0" rtl="0" algn="l">
              <a:spcBef>
                <a:spcPts val="360"/>
              </a:spcBef>
              <a:spcAft>
                <a:spcPts val="0"/>
              </a:spcAft>
              <a:buSzPts val="1800"/>
              <a:buNone/>
            </a:pPr>
            <a:r>
              <a:rPr i="1" lang="it-IT" sz="1800"/>
              <a:t>}</a:t>
            </a:r>
            <a:endParaRPr/>
          </a:p>
        </p:txBody>
      </p:sp>
      <p:sp>
        <p:nvSpPr>
          <p:cNvPr id="213" name="Google Shape;213;p1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14" name="Google Shape;214;p1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Search Sql via Jdbc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3"/>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SzPct val="100000"/>
              <a:buNone/>
            </a:pPr>
            <a:r>
              <a:rPr i="1" lang="it-IT" sz="1800"/>
              <a:t>connection.setAutoCommit(false);</a:t>
            </a:r>
            <a:endParaRPr/>
          </a:p>
          <a:p>
            <a:pPr indent="0" lvl="0" marL="0" rtl="0" algn="l">
              <a:spcBef>
                <a:spcPts val="333"/>
              </a:spcBef>
              <a:spcAft>
                <a:spcPts val="0"/>
              </a:spcAft>
              <a:buSzPct val="100000"/>
              <a:buNone/>
            </a:pPr>
            <a:r>
              <a:rPr i="1" lang="it-IT" sz="1800"/>
              <a:t>String sql = "insert into persona(idpersona,nome,cognome) values (?,?,?)";</a:t>
            </a:r>
            <a:endParaRPr/>
          </a:p>
          <a:p>
            <a:pPr indent="0" lvl="0" marL="0" rtl="0" algn="l">
              <a:spcBef>
                <a:spcPts val="333"/>
              </a:spcBef>
              <a:spcAft>
                <a:spcPts val="0"/>
              </a:spcAft>
              <a:buSzPct val="100000"/>
              <a:buNone/>
            </a:pPr>
            <a:r>
              <a:rPr i="1" lang="it-IT" sz="1800"/>
              <a:t>PreparedStatement preparedStatement = connection.prepareStatement(sql);</a:t>
            </a:r>
            <a:endParaRPr/>
          </a:p>
          <a:p>
            <a:pPr indent="0" lvl="0" marL="0" rtl="0" algn="l">
              <a:spcBef>
                <a:spcPts val="333"/>
              </a:spcBef>
              <a:spcAft>
                <a:spcPts val="0"/>
              </a:spcAft>
              <a:buSzPct val="100000"/>
              <a:buNone/>
            </a:pPr>
            <a:r>
              <a:rPr i="1" lang="it-IT" sz="1800"/>
              <a:t>preparedStatement.setInt(1,id);</a:t>
            </a:r>
            <a:endParaRPr/>
          </a:p>
          <a:p>
            <a:pPr indent="0" lvl="0" marL="0" rtl="0" algn="l">
              <a:spcBef>
                <a:spcPts val="333"/>
              </a:spcBef>
              <a:spcAft>
                <a:spcPts val="0"/>
              </a:spcAft>
              <a:buSzPct val="100000"/>
              <a:buNone/>
            </a:pPr>
            <a:r>
              <a:rPr i="1" lang="it-IT" sz="1800"/>
              <a:t>preparedStatement.setString(2,n);</a:t>
            </a:r>
            <a:endParaRPr/>
          </a:p>
          <a:p>
            <a:pPr indent="0" lvl="0" marL="0" rtl="0" algn="l">
              <a:spcBef>
                <a:spcPts val="333"/>
              </a:spcBef>
              <a:spcAft>
                <a:spcPts val="0"/>
              </a:spcAft>
              <a:buSzPct val="100000"/>
              <a:buNone/>
            </a:pPr>
            <a:r>
              <a:rPr i="1" lang="it-IT" sz="1800"/>
              <a:t>preparedStatement.setString(3,c);</a:t>
            </a:r>
            <a:endParaRPr/>
          </a:p>
          <a:p>
            <a:pPr indent="0" lvl="0" marL="0" rtl="0" algn="l">
              <a:spcBef>
                <a:spcPts val="333"/>
              </a:spcBef>
              <a:spcAft>
                <a:spcPts val="0"/>
              </a:spcAft>
              <a:buSzPct val="100000"/>
              <a:buNone/>
            </a:pPr>
            <a:r>
              <a:rPr i="1" lang="it-IT" sz="1800"/>
              <a:t>preparedStatement.executeUpdate();</a:t>
            </a:r>
            <a:endParaRPr/>
          </a:p>
          <a:p>
            <a:pPr indent="0" lvl="0" marL="0" rtl="0" algn="l">
              <a:spcBef>
                <a:spcPts val="333"/>
              </a:spcBef>
              <a:spcAft>
                <a:spcPts val="0"/>
              </a:spcAft>
              <a:buSzPct val="100000"/>
              <a:buNone/>
            </a:pPr>
            <a:r>
              <a:rPr i="1" lang="it-IT" sz="1800"/>
              <a:t>connection.commit();</a:t>
            </a:r>
            <a:endParaRPr/>
          </a:p>
          <a:p>
            <a:pPr indent="0" lvl="0" marL="0" rtl="0" algn="l">
              <a:spcBef>
                <a:spcPts val="333"/>
              </a:spcBef>
              <a:spcAft>
                <a:spcPts val="0"/>
              </a:spcAft>
              <a:buSzPct val="100000"/>
              <a:buNone/>
            </a:pPr>
            <a:r>
              <a:t/>
            </a:r>
            <a:endParaRPr i="1" sz="1800"/>
          </a:p>
          <a:p>
            <a:pPr indent="0" lvl="0" marL="0" rtl="0" algn="l">
              <a:spcBef>
                <a:spcPts val="333"/>
              </a:spcBef>
              <a:spcAft>
                <a:spcPts val="0"/>
              </a:spcAft>
              <a:buSzPct val="100000"/>
              <a:buNone/>
            </a:pPr>
            <a:r>
              <a:rPr b="1" i="1" lang="it-IT" sz="1800"/>
              <a:t>N.B.: per motivi di sicurezza, quando ci sono valori nei comandi Sql va usato sempre il PreparedStatement al posto del semplice Statement. Inoltre, un vantaggio del PreparedStatement sta nel fatto che per i valori non ci dobbiamo preoccupare di mettere (per i varchar) o non mettere (per gli altri tipi) gli apici, in quanto a questo ci pensano gli specifici metodi setString, setInt etc.</a:t>
            </a:r>
            <a:endParaRPr b="1" i="1" sz="1800"/>
          </a:p>
        </p:txBody>
      </p:sp>
      <p:sp>
        <p:nvSpPr>
          <p:cNvPr id="220" name="Google Shape;220;p1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21" name="Google Shape;221;p1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Insert Sql parametrica via Jdbc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4"/>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a:t>Operazioni Crud:</a:t>
            </a:r>
            <a:endParaRPr/>
          </a:p>
          <a:p>
            <a:pPr indent="-274319" lvl="1" marL="576263" rtl="0" algn="l">
              <a:spcBef>
                <a:spcPts val="407"/>
              </a:spcBef>
              <a:spcAft>
                <a:spcPts val="0"/>
              </a:spcAft>
              <a:buSzPct val="100000"/>
              <a:buChar char="*"/>
            </a:pPr>
            <a:r>
              <a:rPr lang="it-IT"/>
              <a:t>Create</a:t>
            </a:r>
            <a:endParaRPr/>
          </a:p>
          <a:p>
            <a:pPr indent="-274319" lvl="1" marL="576263" rtl="0" algn="l">
              <a:spcBef>
                <a:spcPts val="407"/>
              </a:spcBef>
              <a:spcAft>
                <a:spcPts val="0"/>
              </a:spcAft>
              <a:buSzPct val="100000"/>
              <a:buChar char="*"/>
            </a:pPr>
            <a:r>
              <a:rPr lang="it-IT"/>
              <a:t>Retrieve</a:t>
            </a:r>
            <a:endParaRPr/>
          </a:p>
          <a:p>
            <a:pPr indent="-274319" lvl="1" marL="576263" rtl="0" algn="l">
              <a:spcBef>
                <a:spcPts val="407"/>
              </a:spcBef>
              <a:spcAft>
                <a:spcPts val="0"/>
              </a:spcAft>
              <a:buSzPct val="100000"/>
              <a:buChar char="*"/>
            </a:pPr>
            <a:r>
              <a:rPr lang="it-IT"/>
              <a:t>Update</a:t>
            </a:r>
            <a:endParaRPr/>
          </a:p>
          <a:p>
            <a:pPr indent="-274319" lvl="1" marL="576263" rtl="0" algn="l">
              <a:spcBef>
                <a:spcPts val="407"/>
              </a:spcBef>
              <a:spcAft>
                <a:spcPts val="0"/>
              </a:spcAft>
              <a:buSzPct val="100000"/>
              <a:buChar char="*"/>
            </a:pPr>
            <a:r>
              <a:rPr lang="it-IT"/>
              <a:t>Delete</a:t>
            </a:r>
            <a:endParaRPr/>
          </a:p>
          <a:p>
            <a:pPr indent="-274320" lvl="0" marL="274320" rtl="0" algn="l">
              <a:spcBef>
                <a:spcPts val="444"/>
              </a:spcBef>
              <a:spcAft>
                <a:spcPts val="0"/>
              </a:spcAft>
              <a:buSzPct val="100000"/>
              <a:buChar char="*"/>
            </a:pPr>
            <a:r>
              <a:rPr lang="it-IT"/>
              <a:t>Dao: Data Access Object</a:t>
            </a:r>
            <a:endParaRPr/>
          </a:p>
          <a:p>
            <a:pPr indent="-274319" lvl="1" marL="576263" rtl="0" algn="l">
              <a:spcBef>
                <a:spcPts val="407"/>
              </a:spcBef>
              <a:spcAft>
                <a:spcPts val="0"/>
              </a:spcAft>
              <a:buSzPct val="100000"/>
              <a:buChar char="*"/>
            </a:pPr>
            <a:r>
              <a:rPr lang="it-IT"/>
              <a:t>spostare le operazioni Crud di una specifica classe (es. Persona) in una classe ad hoc (es. PersonaDao)</a:t>
            </a:r>
            <a:endParaRPr/>
          </a:p>
          <a:p>
            <a:pPr indent="-274320" lvl="0" marL="274320" rtl="0" algn="l">
              <a:spcBef>
                <a:spcPts val="444"/>
              </a:spcBef>
              <a:spcAft>
                <a:spcPts val="0"/>
              </a:spcAft>
              <a:buSzPct val="100000"/>
              <a:buChar char="*"/>
            </a:pPr>
            <a:r>
              <a:rPr lang="it-IT"/>
              <a:t>BusinessLogic</a:t>
            </a:r>
            <a:endParaRPr/>
          </a:p>
          <a:p>
            <a:pPr indent="-274319" lvl="1" marL="576263" rtl="0" algn="l">
              <a:spcBef>
                <a:spcPts val="407"/>
              </a:spcBef>
              <a:spcAft>
                <a:spcPts val="0"/>
              </a:spcAft>
              <a:buSzPct val="100000"/>
              <a:buChar char="*"/>
            </a:pPr>
            <a:r>
              <a:rPr lang="it-IT"/>
              <a:t>classe che dialoga con uno o più Dao e gestisce la transazione sul database</a:t>
            </a:r>
            <a:endParaRPr/>
          </a:p>
        </p:txBody>
      </p:sp>
      <p:sp>
        <p:nvSpPr>
          <p:cNvPr id="227" name="Google Shape;227;p1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28" name="Google Shape;228;p1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Operazioni Crud e pattern Dao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5"/>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Livello 1 -&gt; model </a:t>
            </a:r>
            <a:r>
              <a:rPr i="1" lang="it-IT"/>
              <a:t>(1 classe per ogni tabella)</a:t>
            </a:r>
            <a:endParaRPr/>
          </a:p>
          <a:p>
            <a:pPr indent="-274320" lvl="0" marL="274320" rtl="0" algn="l">
              <a:spcBef>
                <a:spcPts val="480"/>
              </a:spcBef>
              <a:spcAft>
                <a:spcPts val="0"/>
              </a:spcAft>
              <a:buSzPts val="2400"/>
              <a:buChar char="*"/>
            </a:pPr>
            <a:r>
              <a:rPr lang="it-IT"/>
              <a:t>Livello 2 -&gt; Dao </a:t>
            </a:r>
            <a:r>
              <a:rPr i="1" lang="it-IT"/>
              <a:t>(1 classe per ogni tabella)</a:t>
            </a:r>
            <a:endParaRPr/>
          </a:p>
          <a:p>
            <a:pPr indent="-274320" lvl="0" marL="274320" rtl="0" algn="l">
              <a:spcBef>
                <a:spcPts val="480"/>
              </a:spcBef>
              <a:spcAft>
                <a:spcPts val="0"/>
              </a:spcAft>
              <a:buSzPts val="2400"/>
              <a:buChar char="*"/>
            </a:pPr>
            <a:r>
              <a:rPr lang="it-IT"/>
              <a:t>Livello 3 -&gt; BusinessLogic (</a:t>
            </a:r>
            <a:r>
              <a:rPr i="1" lang="it-IT"/>
              <a:t>1 classe</a:t>
            </a:r>
            <a:r>
              <a:rPr lang="it-IT"/>
              <a:t> </a:t>
            </a:r>
            <a:r>
              <a:rPr i="1" lang="it-IT"/>
              <a:t>o comunque poche)</a:t>
            </a:r>
            <a:endParaRPr/>
          </a:p>
          <a:p>
            <a:pPr indent="-274320" lvl="0" marL="274320" rtl="0" algn="l">
              <a:spcBef>
                <a:spcPts val="480"/>
              </a:spcBef>
              <a:spcAft>
                <a:spcPts val="0"/>
              </a:spcAft>
              <a:buSzPts val="2400"/>
              <a:buChar char="*"/>
            </a:pPr>
            <a:r>
              <a:rPr lang="it-IT"/>
              <a:t>Livello 4 -&gt; User interface (main, web, etc.)</a:t>
            </a:r>
            <a:endParaRPr/>
          </a:p>
        </p:txBody>
      </p:sp>
      <p:sp>
        <p:nvSpPr>
          <p:cNvPr id="234" name="Google Shape;234;p1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35" name="Google Shape;235;p1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Organizzare il progetto a livelli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6"/>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Autofit/>
          </a:bodyPr>
          <a:lstStyle/>
          <a:p>
            <a:pPr indent="0" lvl="1" marL="301943" rtl="0" algn="l">
              <a:spcBef>
                <a:spcPts val="0"/>
              </a:spcBef>
              <a:spcAft>
                <a:spcPts val="0"/>
              </a:spcAft>
              <a:buSzPts val="2000"/>
              <a:buNone/>
            </a:pPr>
            <a:r>
              <a:t/>
            </a:r>
            <a:endParaRPr i="1" sz="2000"/>
          </a:p>
          <a:p>
            <a:pPr indent="0" lvl="1" marL="301943" rtl="0" algn="l">
              <a:spcBef>
                <a:spcPts val="400"/>
              </a:spcBef>
              <a:spcAft>
                <a:spcPts val="0"/>
              </a:spcAft>
              <a:buSzPts val="2000"/>
              <a:buNone/>
            </a:pPr>
            <a:r>
              <a:t/>
            </a:r>
            <a:endParaRPr i="1" sz="2000"/>
          </a:p>
          <a:p>
            <a:pPr indent="0" lvl="1" marL="301943" rtl="0" algn="l">
              <a:spcBef>
                <a:spcPts val="400"/>
              </a:spcBef>
              <a:spcAft>
                <a:spcPts val="0"/>
              </a:spcAft>
              <a:buSzPts val="2000"/>
              <a:buNone/>
            </a:pPr>
            <a:r>
              <a:rPr i="1" lang="it-IT" sz="2000"/>
              <a:t>public interface DaoInterface&lt;T&gt; {</a:t>
            </a:r>
            <a:endParaRPr/>
          </a:p>
          <a:p>
            <a:pPr indent="0" lvl="1" marL="301943" rtl="0" algn="l">
              <a:spcBef>
                <a:spcPts val="400"/>
              </a:spcBef>
              <a:spcAft>
                <a:spcPts val="0"/>
              </a:spcAft>
              <a:buSzPts val="2000"/>
              <a:buNone/>
            </a:pPr>
            <a:r>
              <a:t/>
            </a:r>
            <a:endParaRPr i="1" sz="2000"/>
          </a:p>
          <a:p>
            <a:pPr indent="0" lvl="1" marL="301943" rtl="0" algn="l">
              <a:spcBef>
                <a:spcPts val="400"/>
              </a:spcBef>
              <a:spcAft>
                <a:spcPts val="0"/>
              </a:spcAft>
              <a:buSzPts val="2000"/>
              <a:buNone/>
            </a:pPr>
            <a:r>
              <a:rPr i="1" lang="it-IT" sz="2000"/>
              <a:t>	public void create(T object);</a:t>
            </a:r>
            <a:endParaRPr/>
          </a:p>
          <a:p>
            <a:pPr indent="0" lvl="1" marL="301943" rtl="0" algn="l">
              <a:spcBef>
                <a:spcPts val="400"/>
              </a:spcBef>
              <a:spcAft>
                <a:spcPts val="0"/>
              </a:spcAft>
              <a:buSzPts val="2000"/>
              <a:buNone/>
            </a:pPr>
            <a:r>
              <a:rPr i="1" lang="it-IT" sz="2000"/>
              <a:t>	public List&lt;T&gt; retrieve();</a:t>
            </a:r>
            <a:endParaRPr/>
          </a:p>
          <a:p>
            <a:pPr indent="0" lvl="1" marL="301943" rtl="0" algn="l">
              <a:spcBef>
                <a:spcPts val="400"/>
              </a:spcBef>
              <a:spcAft>
                <a:spcPts val="0"/>
              </a:spcAft>
              <a:buSzPts val="2000"/>
              <a:buNone/>
            </a:pPr>
            <a:r>
              <a:rPr i="1" lang="it-IT" sz="2000"/>
              <a:t>	public void update(T object);</a:t>
            </a:r>
            <a:endParaRPr/>
          </a:p>
          <a:p>
            <a:pPr indent="0" lvl="1" marL="301943" rtl="0" algn="l">
              <a:spcBef>
                <a:spcPts val="400"/>
              </a:spcBef>
              <a:spcAft>
                <a:spcPts val="0"/>
              </a:spcAft>
              <a:buSzPts val="2000"/>
              <a:buNone/>
            </a:pPr>
            <a:r>
              <a:rPr i="1" lang="it-IT" sz="2000"/>
              <a:t>	public void delete(T object);</a:t>
            </a:r>
            <a:endParaRPr/>
          </a:p>
          <a:p>
            <a:pPr indent="0" lvl="1" marL="301943" rtl="0" algn="l">
              <a:spcBef>
                <a:spcPts val="400"/>
              </a:spcBef>
              <a:spcAft>
                <a:spcPts val="0"/>
              </a:spcAft>
              <a:buSzPts val="2000"/>
              <a:buNone/>
            </a:pPr>
            <a:r>
              <a:rPr i="1" lang="it-IT" sz="2000"/>
              <a:t>	….</a:t>
            </a:r>
            <a:endParaRPr/>
          </a:p>
          <a:p>
            <a:pPr indent="0" lvl="1" marL="301943" rtl="0" algn="l">
              <a:spcBef>
                <a:spcPts val="400"/>
              </a:spcBef>
              <a:spcAft>
                <a:spcPts val="0"/>
              </a:spcAft>
              <a:buSzPts val="2000"/>
              <a:buNone/>
            </a:pPr>
            <a:r>
              <a:rPr i="1" lang="it-IT" sz="2000"/>
              <a:t>}</a:t>
            </a:r>
            <a:endParaRPr/>
          </a:p>
        </p:txBody>
      </p:sp>
      <p:sp>
        <p:nvSpPr>
          <p:cNvPr id="241" name="Google Shape;241;p1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42" name="Google Shape;242;p1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Pattern Dao</a:t>
            </a:r>
            <a:br>
              <a:rPr lang="it-IT"/>
            </a:br>
            <a:r>
              <a:rPr lang="it-IT"/>
              <a:t>interfaccia generica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idx="1" type="body"/>
          </p:nvPr>
        </p:nvSpPr>
        <p:spPr>
          <a:xfrm>
            <a:off x="872067" y="1700808"/>
            <a:ext cx="7408333" cy="442535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i="1" lang="it-IT" sz="1600"/>
              <a:t>public class PersonaDao implements DaoInterface&lt;Persona&gt;{</a:t>
            </a:r>
            <a:endParaRPr/>
          </a:p>
          <a:p>
            <a:pPr indent="0" lvl="0" marL="0" rtl="0" algn="l">
              <a:spcBef>
                <a:spcPts val="320"/>
              </a:spcBef>
              <a:spcAft>
                <a:spcPts val="0"/>
              </a:spcAft>
              <a:buSzPts val="1600"/>
              <a:buNone/>
            </a:pPr>
            <a:r>
              <a:rPr i="1" lang="it-IT" sz="1600"/>
              <a:t>	private Connection connection;</a:t>
            </a:r>
            <a:endParaRPr/>
          </a:p>
          <a:p>
            <a:pPr indent="0" lvl="0" marL="0" rtl="0" algn="l">
              <a:spcBef>
                <a:spcPts val="320"/>
              </a:spcBef>
              <a:spcAft>
                <a:spcPts val="0"/>
              </a:spcAft>
              <a:buSzPts val="1600"/>
              <a:buNone/>
            </a:pPr>
            <a:r>
              <a:t/>
            </a:r>
            <a:endParaRPr i="1" sz="1600"/>
          </a:p>
          <a:p>
            <a:pPr indent="0" lvl="0" marL="0" rtl="0" algn="l">
              <a:spcBef>
                <a:spcPts val="320"/>
              </a:spcBef>
              <a:spcAft>
                <a:spcPts val="0"/>
              </a:spcAft>
              <a:buSzPts val="1600"/>
              <a:buNone/>
            </a:pPr>
            <a:r>
              <a:rPr i="1" lang="it-IT" sz="1600"/>
              <a:t>	public PersonaDao(Connection connection) {</a:t>
            </a:r>
            <a:endParaRPr/>
          </a:p>
          <a:p>
            <a:pPr indent="0" lvl="0" marL="0" rtl="0" algn="l">
              <a:spcBef>
                <a:spcPts val="320"/>
              </a:spcBef>
              <a:spcAft>
                <a:spcPts val="0"/>
              </a:spcAft>
              <a:buSzPts val="1600"/>
              <a:buNone/>
            </a:pPr>
            <a:r>
              <a:rPr i="1" lang="it-IT" sz="1600"/>
              <a:t>		this.connection = connection;</a:t>
            </a:r>
            <a:endParaRPr/>
          </a:p>
          <a:p>
            <a:pPr indent="0" lvl="0" marL="0" rtl="0" algn="l">
              <a:spcBef>
                <a:spcPts val="320"/>
              </a:spcBef>
              <a:spcAft>
                <a:spcPts val="0"/>
              </a:spcAft>
              <a:buSzPts val="1600"/>
              <a:buNone/>
            </a:pPr>
            <a:r>
              <a:rPr i="1" lang="it-IT" sz="1600"/>
              <a:t>	}</a:t>
            </a:r>
            <a:endParaRPr/>
          </a:p>
          <a:p>
            <a:pPr indent="0" lvl="0" marL="0" rtl="0" algn="l">
              <a:spcBef>
                <a:spcPts val="320"/>
              </a:spcBef>
              <a:spcAft>
                <a:spcPts val="0"/>
              </a:spcAft>
              <a:buSzPts val="1600"/>
              <a:buNone/>
            </a:pPr>
            <a:r>
              <a:t/>
            </a:r>
            <a:endParaRPr i="1" sz="1600"/>
          </a:p>
          <a:p>
            <a:pPr indent="0" lvl="0" marL="0" rtl="0" algn="l">
              <a:spcBef>
                <a:spcPts val="320"/>
              </a:spcBef>
              <a:spcAft>
                <a:spcPts val="0"/>
              </a:spcAft>
              <a:buSzPts val="1600"/>
              <a:buNone/>
            </a:pPr>
            <a:r>
              <a:rPr i="1" lang="it-IT" sz="1600"/>
              <a:t>	public void create(Persona object) throws SQLException {</a:t>
            </a:r>
            <a:endParaRPr/>
          </a:p>
          <a:p>
            <a:pPr indent="0" lvl="0" marL="0" rtl="0" algn="l">
              <a:spcBef>
                <a:spcPts val="320"/>
              </a:spcBef>
              <a:spcAft>
                <a:spcPts val="0"/>
              </a:spcAft>
              <a:buSzPts val="1600"/>
              <a:buNone/>
            </a:pPr>
            <a:r>
              <a:rPr i="1" lang="it-IT" sz="1600"/>
              <a:t>		String sql = "insert into persona(nome,cognome) values (?,?)";</a:t>
            </a:r>
            <a:endParaRPr/>
          </a:p>
          <a:p>
            <a:pPr indent="0" lvl="0" marL="0" rtl="0" algn="l">
              <a:spcBef>
                <a:spcPts val="320"/>
              </a:spcBef>
              <a:spcAft>
                <a:spcPts val="0"/>
              </a:spcAft>
              <a:buSzPts val="1600"/>
              <a:buNone/>
            </a:pPr>
            <a:r>
              <a:rPr i="1" lang="it-IT" sz="1600"/>
              <a:t>		PreparedStatement preparedStatement = 				connection.prepareStatement(sql);</a:t>
            </a:r>
            <a:endParaRPr/>
          </a:p>
          <a:p>
            <a:pPr indent="0" lvl="0" marL="0" rtl="0" algn="l">
              <a:spcBef>
                <a:spcPts val="320"/>
              </a:spcBef>
              <a:spcAft>
                <a:spcPts val="0"/>
              </a:spcAft>
              <a:buSzPts val="1600"/>
              <a:buNone/>
            </a:pPr>
            <a:r>
              <a:rPr i="1" lang="it-IT" sz="1600"/>
              <a:t>		preparedStatement.setString(1,object.getNome());</a:t>
            </a:r>
            <a:endParaRPr/>
          </a:p>
          <a:p>
            <a:pPr indent="0" lvl="0" marL="0" rtl="0" algn="l">
              <a:spcBef>
                <a:spcPts val="320"/>
              </a:spcBef>
              <a:spcAft>
                <a:spcPts val="0"/>
              </a:spcAft>
              <a:buSzPts val="1600"/>
              <a:buNone/>
            </a:pPr>
            <a:r>
              <a:rPr i="1" lang="it-IT" sz="1600"/>
              <a:t>		preparedStatement.setString(2,object.getCognome());</a:t>
            </a:r>
            <a:endParaRPr/>
          </a:p>
          <a:p>
            <a:pPr indent="0" lvl="0" marL="0" rtl="0" algn="l">
              <a:spcBef>
                <a:spcPts val="320"/>
              </a:spcBef>
              <a:spcAft>
                <a:spcPts val="0"/>
              </a:spcAft>
              <a:buSzPts val="1600"/>
              <a:buNone/>
            </a:pPr>
            <a:r>
              <a:rPr i="1" lang="it-IT" sz="1600"/>
              <a:t>		preparedStatement.executeUpdate();</a:t>
            </a:r>
            <a:endParaRPr/>
          </a:p>
          <a:p>
            <a:pPr indent="0" lvl="0" marL="0" rtl="0" algn="l">
              <a:spcBef>
                <a:spcPts val="320"/>
              </a:spcBef>
              <a:spcAft>
                <a:spcPts val="0"/>
              </a:spcAft>
              <a:buSzPts val="1600"/>
              <a:buNone/>
            </a:pPr>
            <a:r>
              <a:rPr i="1" lang="it-IT" sz="1600"/>
              <a:t>	}</a:t>
            </a:r>
            <a:endParaRPr i="1" sz="1600"/>
          </a:p>
        </p:txBody>
      </p:sp>
      <p:sp>
        <p:nvSpPr>
          <p:cNvPr id="248" name="Google Shape;248;p1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49" name="Google Shape;249;p1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Pattern Dao - classi concrete (1/4)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8"/>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fontScale="77500" lnSpcReduction="20000"/>
          </a:bodyPr>
          <a:lstStyle/>
          <a:p>
            <a:pPr indent="0" lvl="1" marL="301943" rtl="0" algn="l">
              <a:spcBef>
                <a:spcPts val="0"/>
              </a:spcBef>
              <a:spcAft>
                <a:spcPts val="0"/>
              </a:spcAft>
              <a:buSzPct val="100000"/>
              <a:buNone/>
            </a:pPr>
            <a:r>
              <a:rPr i="1" lang="it-IT"/>
              <a:t>@Override</a:t>
            </a:r>
            <a:endParaRPr i="1"/>
          </a:p>
          <a:p>
            <a:pPr indent="0" lvl="1" marL="301943" rtl="0" algn="l">
              <a:spcBef>
                <a:spcPts val="341"/>
              </a:spcBef>
              <a:spcAft>
                <a:spcPts val="0"/>
              </a:spcAft>
              <a:buSzPct val="100000"/>
              <a:buNone/>
            </a:pPr>
            <a:r>
              <a:rPr i="1" lang="it-IT"/>
              <a:t>public List&lt;Persona&gt; retrieve() throws SQLException {</a:t>
            </a:r>
            <a:endParaRPr/>
          </a:p>
          <a:p>
            <a:pPr indent="0" lvl="1" marL="301943" rtl="0" algn="l">
              <a:spcBef>
                <a:spcPts val="341"/>
              </a:spcBef>
              <a:spcAft>
                <a:spcPts val="0"/>
              </a:spcAft>
              <a:buSzPct val="100000"/>
              <a:buNone/>
            </a:pPr>
            <a:r>
              <a:rPr i="1" lang="it-IT"/>
              <a:t>	List&lt;Persona&gt; result = new ArrayList&lt;Persona&gt;();</a:t>
            </a:r>
            <a:endParaRPr/>
          </a:p>
          <a:p>
            <a:pPr indent="0" lvl="1" marL="301943" rtl="0" algn="l">
              <a:spcBef>
                <a:spcPts val="341"/>
              </a:spcBef>
              <a:spcAft>
                <a:spcPts val="0"/>
              </a:spcAft>
              <a:buSzPct val="100000"/>
              <a:buNone/>
            </a:pPr>
            <a:r>
              <a:rPr i="1" lang="it-IT"/>
              <a:t>	String sql = "Select * from Persona";</a:t>
            </a:r>
            <a:endParaRPr/>
          </a:p>
          <a:p>
            <a:pPr indent="0" lvl="1" marL="301943" rtl="0" algn="l">
              <a:spcBef>
                <a:spcPts val="341"/>
              </a:spcBef>
              <a:spcAft>
                <a:spcPts val="0"/>
              </a:spcAft>
              <a:buSzPct val="100000"/>
              <a:buNone/>
            </a:pPr>
            <a:r>
              <a:rPr i="1" lang="it-IT"/>
              <a:t>	PreparedStatement ps = connection.prepareStatement(sql);</a:t>
            </a:r>
            <a:endParaRPr/>
          </a:p>
          <a:p>
            <a:pPr indent="0" lvl="1" marL="301943" rtl="0" algn="l">
              <a:spcBef>
                <a:spcPts val="341"/>
              </a:spcBef>
              <a:spcAft>
                <a:spcPts val="0"/>
              </a:spcAft>
              <a:buSzPct val="100000"/>
              <a:buNone/>
            </a:pPr>
            <a:r>
              <a:rPr i="1" lang="it-IT"/>
              <a:t>	ResultSet resultSet = ps.executeQuery();</a:t>
            </a:r>
            <a:endParaRPr/>
          </a:p>
          <a:p>
            <a:pPr indent="0" lvl="1" marL="301943" rtl="0" algn="l">
              <a:spcBef>
                <a:spcPts val="341"/>
              </a:spcBef>
              <a:spcAft>
                <a:spcPts val="0"/>
              </a:spcAft>
              <a:buSzPct val="100000"/>
              <a:buNone/>
            </a:pPr>
            <a:r>
              <a:rPr i="1" lang="it-IT"/>
              <a:t>	while( resultSet.next() ) {</a:t>
            </a:r>
            <a:endParaRPr/>
          </a:p>
          <a:p>
            <a:pPr indent="0" lvl="1" marL="301943" rtl="0" algn="l">
              <a:spcBef>
                <a:spcPts val="341"/>
              </a:spcBef>
              <a:spcAft>
                <a:spcPts val="0"/>
              </a:spcAft>
              <a:buSzPct val="100000"/>
              <a:buNone/>
            </a:pPr>
            <a:r>
              <a:rPr i="1" lang="it-IT"/>
              <a:t>		Integer id = resultSet.getInt("idpersona");</a:t>
            </a:r>
            <a:endParaRPr/>
          </a:p>
          <a:p>
            <a:pPr indent="0" lvl="1" marL="301943" rtl="0" algn="l">
              <a:spcBef>
                <a:spcPts val="341"/>
              </a:spcBef>
              <a:spcAft>
                <a:spcPts val="0"/>
              </a:spcAft>
              <a:buSzPct val="100000"/>
              <a:buNone/>
            </a:pPr>
            <a:r>
              <a:rPr i="1" lang="it-IT"/>
              <a:t>		String nome = resultSet.getString("nome");</a:t>
            </a:r>
            <a:endParaRPr/>
          </a:p>
          <a:p>
            <a:pPr indent="0" lvl="1" marL="301943" rtl="0" algn="l">
              <a:spcBef>
                <a:spcPts val="341"/>
              </a:spcBef>
              <a:spcAft>
                <a:spcPts val="0"/>
              </a:spcAft>
              <a:buSzPct val="100000"/>
              <a:buNone/>
            </a:pPr>
            <a:r>
              <a:rPr i="1" lang="it-IT"/>
              <a:t>		String cognome = resultSet.getString("cognome");</a:t>
            </a:r>
            <a:endParaRPr/>
          </a:p>
          <a:p>
            <a:pPr indent="0" lvl="1" marL="301943" rtl="0" algn="l">
              <a:spcBef>
                <a:spcPts val="341"/>
              </a:spcBef>
              <a:spcAft>
                <a:spcPts val="0"/>
              </a:spcAft>
              <a:buSzPct val="100000"/>
              <a:buNone/>
            </a:pPr>
            <a:r>
              <a:rPr i="1" lang="it-IT"/>
              <a:t>		Persona p = new Persona(id,nome,cognome);</a:t>
            </a:r>
            <a:endParaRPr/>
          </a:p>
          <a:p>
            <a:pPr indent="0" lvl="1" marL="301943" rtl="0" algn="l">
              <a:spcBef>
                <a:spcPts val="341"/>
              </a:spcBef>
              <a:spcAft>
                <a:spcPts val="0"/>
              </a:spcAft>
              <a:buSzPct val="100000"/>
              <a:buNone/>
            </a:pPr>
            <a:r>
              <a:rPr i="1" lang="it-IT"/>
              <a:t>		result.add(p);</a:t>
            </a:r>
            <a:endParaRPr/>
          </a:p>
          <a:p>
            <a:pPr indent="0" lvl="1" marL="301943" rtl="0" algn="l">
              <a:spcBef>
                <a:spcPts val="341"/>
              </a:spcBef>
              <a:spcAft>
                <a:spcPts val="0"/>
              </a:spcAft>
              <a:buSzPct val="100000"/>
              <a:buNone/>
            </a:pPr>
            <a:r>
              <a:rPr i="1" lang="it-IT"/>
              <a:t>	}</a:t>
            </a:r>
            <a:endParaRPr i="1"/>
          </a:p>
          <a:p>
            <a:pPr indent="0" lvl="1" marL="301943" rtl="0" algn="l">
              <a:spcBef>
                <a:spcPts val="341"/>
              </a:spcBef>
              <a:spcAft>
                <a:spcPts val="0"/>
              </a:spcAft>
              <a:buSzPct val="100000"/>
              <a:buNone/>
            </a:pPr>
            <a:r>
              <a:rPr i="1" lang="it-IT"/>
              <a:t>	return result;</a:t>
            </a:r>
            <a:endParaRPr/>
          </a:p>
          <a:p>
            <a:pPr indent="0" lvl="1" marL="301943" rtl="0" algn="l">
              <a:spcBef>
                <a:spcPts val="341"/>
              </a:spcBef>
              <a:spcAft>
                <a:spcPts val="0"/>
              </a:spcAft>
              <a:buSzPct val="100000"/>
              <a:buNone/>
            </a:pPr>
            <a:r>
              <a:rPr i="1" lang="it-IT"/>
              <a:t>}</a:t>
            </a:r>
            <a:endParaRPr i="1"/>
          </a:p>
        </p:txBody>
      </p:sp>
      <p:sp>
        <p:nvSpPr>
          <p:cNvPr id="255" name="Google Shape;255;p1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56" name="Google Shape;256;p1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Pattern Dao - classi concrete (2/4)</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a:bodyPr>
          <a:lstStyle/>
          <a:p>
            <a:pPr indent="0" lvl="1" marL="301943" rtl="0" algn="l">
              <a:spcBef>
                <a:spcPts val="0"/>
              </a:spcBef>
              <a:spcAft>
                <a:spcPts val="0"/>
              </a:spcAft>
              <a:buSzPts val="1800"/>
              <a:buNone/>
            </a:pPr>
            <a:r>
              <a:rPr i="1" lang="it-IT" sz="1800"/>
              <a:t>@Override</a:t>
            </a:r>
            <a:endParaRPr i="1" sz="1800"/>
          </a:p>
          <a:p>
            <a:pPr indent="0" lvl="1" marL="301943" rtl="0" algn="l">
              <a:spcBef>
                <a:spcPts val="360"/>
              </a:spcBef>
              <a:spcAft>
                <a:spcPts val="0"/>
              </a:spcAft>
              <a:buSzPts val="1800"/>
              <a:buNone/>
            </a:pPr>
            <a:r>
              <a:rPr i="1" lang="it-IT" sz="1800"/>
              <a:t>public void update(Persona object) throws SQLException{</a:t>
            </a:r>
            <a:endParaRPr/>
          </a:p>
          <a:p>
            <a:pPr indent="0" lvl="1" marL="301943" rtl="0" algn="l">
              <a:spcBef>
                <a:spcPts val="360"/>
              </a:spcBef>
              <a:spcAft>
                <a:spcPts val="0"/>
              </a:spcAft>
              <a:buSzPts val="1800"/>
              <a:buNone/>
            </a:pPr>
            <a:r>
              <a:rPr i="1" lang="it-IT" sz="1800"/>
              <a:t>	String sql = "update Persona set nome = ? , cognome= ? </a:t>
            </a:r>
            <a:endParaRPr i="1" sz="1800"/>
          </a:p>
          <a:p>
            <a:pPr indent="0" lvl="1" marL="301943" rtl="0" algn="l">
              <a:spcBef>
                <a:spcPts val="360"/>
              </a:spcBef>
              <a:spcAft>
                <a:spcPts val="0"/>
              </a:spcAft>
              <a:buSzPts val="1800"/>
              <a:buNone/>
            </a:pPr>
            <a:r>
              <a:rPr i="1" lang="it-IT" sz="1800"/>
              <a:t>			where id = ?";</a:t>
            </a:r>
            <a:endParaRPr/>
          </a:p>
          <a:p>
            <a:pPr indent="0" lvl="1" marL="301943" rtl="0" algn="l">
              <a:spcBef>
                <a:spcPts val="360"/>
              </a:spcBef>
              <a:spcAft>
                <a:spcPts val="0"/>
              </a:spcAft>
              <a:buSzPts val="1800"/>
              <a:buNone/>
            </a:pPr>
            <a:r>
              <a:rPr i="1" lang="it-IT" sz="1800"/>
              <a:t>	PreparedStatement preparedStatement = 	connection.prepareStatement(sql);</a:t>
            </a:r>
            <a:endParaRPr/>
          </a:p>
          <a:p>
            <a:pPr indent="0" lvl="1" marL="301943" rtl="0" algn="l">
              <a:spcBef>
                <a:spcPts val="360"/>
              </a:spcBef>
              <a:spcAft>
                <a:spcPts val="0"/>
              </a:spcAft>
              <a:buSzPts val="1800"/>
              <a:buNone/>
            </a:pPr>
            <a:r>
              <a:rPr i="1" lang="it-IT" sz="1800"/>
              <a:t>	preparedStatement.setString(1,object.getNome());</a:t>
            </a:r>
            <a:endParaRPr/>
          </a:p>
          <a:p>
            <a:pPr indent="0" lvl="1" marL="301943" rtl="0" algn="l">
              <a:spcBef>
                <a:spcPts val="360"/>
              </a:spcBef>
              <a:spcAft>
                <a:spcPts val="0"/>
              </a:spcAft>
              <a:buSzPts val="1800"/>
              <a:buNone/>
            </a:pPr>
            <a:r>
              <a:rPr i="1" lang="it-IT" sz="1800"/>
              <a:t>	preparedStatement.setString(2,object.getCognome());</a:t>
            </a:r>
            <a:endParaRPr/>
          </a:p>
          <a:p>
            <a:pPr indent="0" lvl="1" marL="301943" rtl="0" algn="l">
              <a:spcBef>
                <a:spcPts val="360"/>
              </a:spcBef>
              <a:spcAft>
                <a:spcPts val="0"/>
              </a:spcAft>
              <a:buSzPts val="1800"/>
              <a:buNone/>
            </a:pPr>
            <a:r>
              <a:rPr i="1" lang="it-IT" sz="1800"/>
              <a:t>	preparedStatement.setInt(3,object.getId());</a:t>
            </a:r>
            <a:endParaRPr/>
          </a:p>
          <a:p>
            <a:pPr indent="0" lvl="1" marL="301943" rtl="0" algn="l">
              <a:spcBef>
                <a:spcPts val="360"/>
              </a:spcBef>
              <a:spcAft>
                <a:spcPts val="0"/>
              </a:spcAft>
              <a:buSzPts val="1800"/>
              <a:buNone/>
            </a:pPr>
            <a:r>
              <a:rPr i="1" lang="it-IT" sz="1800"/>
              <a:t>	preparedStatement.executeUpdate();</a:t>
            </a:r>
            <a:endParaRPr/>
          </a:p>
          <a:p>
            <a:pPr indent="0" lvl="1" marL="301943" rtl="0" algn="l">
              <a:spcBef>
                <a:spcPts val="360"/>
              </a:spcBef>
              <a:spcAft>
                <a:spcPts val="0"/>
              </a:spcAft>
              <a:buSzPts val="1800"/>
              <a:buNone/>
            </a:pPr>
            <a:r>
              <a:rPr i="1" lang="it-IT" sz="1800"/>
              <a:t>}</a:t>
            </a:r>
            <a:endParaRPr i="1" sz="1800"/>
          </a:p>
        </p:txBody>
      </p:sp>
      <p:sp>
        <p:nvSpPr>
          <p:cNvPr id="262" name="Google Shape;262;p1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63" name="Google Shape;263;p1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Pattern Dao - classi concrete (3/4)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t/>
            </a:r>
            <a:endParaRPr i="1" sz="1800"/>
          </a:p>
          <a:p>
            <a:pPr indent="0" lvl="0" marL="0" rtl="0" algn="l">
              <a:spcBef>
                <a:spcPts val="360"/>
              </a:spcBef>
              <a:spcAft>
                <a:spcPts val="0"/>
              </a:spcAft>
              <a:buSzPts val="1800"/>
              <a:buNone/>
            </a:pPr>
            <a:r>
              <a:rPr i="1" lang="it-IT" sz="1800"/>
              <a:t>@Override</a:t>
            </a:r>
            <a:endParaRPr i="1" sz="1800"/>
          </a:p>
          <a:p>
            <a:pPr indent="0" lvl="0" marL="0" rtl="0" algn="l">
              <a:spcBef>
                <a:spcPts val="360"/>
              </a:spcBef>
              <a:spcAft>
                <a:spcPts val="0"/>
              </a:spcAft>
              <a:buSzPts val="1800"/>
              <a:buNone/>
            </a:pPr>
            <a:r>
              <a:rPr i="1" lang="it-IT" sz="1800"/>
              <a:t>public void delete(Persona object) throws SQLException{</a:t>
            </a:r>
            <a:endParaRPr/>
          </a:p>
          <a:p>
            <a:pPr indent="0" lvl="0" marL="0" rtl="0" algn="l">
              <a:spcBef>
                <a:spcPts val="360"/>
              </a:spcBef>
              <a:spcAft>
                <a:spcPts val="0"/>
              </a:spcAft>
              <a:buSzPts val="1800"/>
              <a:buNone/>
            </a:pPr>
            <a:r>
              <a:rPr i="1" lang="it-IT" sz="1800"/>
              <a:t>	String sql = "delete from Persona where id = ?";</a:t>
            </a:r>
            <a:endParaRPr/>
          </a:p>
          <a:p>
            <a:pPr indent="0" lvl="0" marL="0" rtl="0" algn="l">
              <a:spcBef>
                <a:spcPts val="360"/>
              </a:spcBef>
              <a:spcAft>
                <a:spcPts val="0"/>
              </a:spcAft>
              <a:buSzPts val="1800"/>
              <a:buNone/>
            </a:pPr>
            <a:r>
              <a:rPr i="1" lang="it-IT" sz="1800"/>
              <a:t>	PreparedStatement preparedStatement = 	connection.prepareStatement(sql);</a:t>
            </a:r>
            <a:endParaRPr/>
          </a:p>
          <a:p>
            <a:pPr indent="0" lvl="0" marL="0" rtl="0" algn="l">
              <a:spcBef>
                <a:spcPts val="360"/>
              </a:spcBef>
              <a:spcAft>
                <a:spcPts val="0"/>
              </a:spcAft>
              <a:buSzPts val="1800"/>
              <a:buNone/>
            </a:pPr>
            <a:r>
              <a:rPr i="1" lang="it-IT" sz="1800"/>
              <a:t>	preparedStatement.setInt(1,object.getId());</a:t>
            </a:r>
            <a:endParaRPr/>
          </a:p>
          <a:p>
            <a:pPr indent="0" lvl="0" marL="0" rtl="0" algn="l">
              <a:spcBef>
                <a:spcPts val="360"/>
              </a:spcBef>
              <a:spcAft>
                <a:spcPts val="0"/>
              </a:spcAft>
              <a:buSzPts val="1800"/>
              <a:buNone/>
            </a:pPr>
            <a:r>
              <a:rPr i="1" lang="it-IT" sz="1800"/>
              <a:t>	preparedStatement.executeUpdate();</a:t>
            </a:r>
            <a:endParaRPr/>
          </a:p>
          <a:p>
            <a:pPr indent="0" lvl="0" marL="0" rtl="0" algn="l">
              <a:spcBef>
                <a:spcPts val="360"/>
              </a:spcBef>
              <a:spcAft>
                <a:spcPts val="0"/>
              </a:spcAft>
              <a:buSzPts val="1800"/>
              <a:buNone/>
            </a:pPr>
            <a:r>
              <a:rPr i="1" lang="it-IT" sz="1800"/>
              <a:t>}</a:t>
            </a:r>
            <a:endParaRPr i="1" sz="1800"/>
          </a:p>
        </p:txBody>
      </p:sp>
      <p:sp>
        <p:nvSpPr>
          <p:cNvPr id="269" name="Google Shape;269;p2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70" name="Google Shape;270;p2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Pattern Dao - classi concrete (4/4)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1"/>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La </a:t>
            </a:r>
            <a:r>
              <a:rPr i="1" lang="it-IT"/>
              <a:t>DaoInterface</a:t>
            </a:r>
            <a:r>
              <a:rPr lang="it-IT"/>
              <a:t> contiene le firme dei </a:t>
            </a:r>
            <a:r>
              <a:rPr b="1" lang="it-IT"/>
              <a:t>metodi </a:t>
            </a:r>
            <a:r>
              <a:rPr b="1" i="1" lang="it-IT"/>
              <a:t>Crud </a:t>
            </a:r>
            <a:r>
              <a:rPr b="1" lang="it-IT"/>
              <a:t>comuni a tutte le classi</a:t>
            </a:r>
            <a:r>
              <a:rPr lang="it-IT"/>
              <a:t> che devono effettuare operazioni su specifiche tabelle del database</a:t>
            </a:r>
            <a:endParaRPr/>
          </a:p>
          <a:p>
            <a:pPr indent="-274320" lvl="0" marL="274320" rtl="0" algn="l">
              <a:spcBef>
                <a:spcPts val="480"/>
              </a:spcBef>
              <a:spcAft>
                <a:spcPts val="0"/>
              </a:spcAft>
              <a:buSzPts val="2400"/>
              <a:buChar char="*"/>
            </a:pPr>
            <a:r>
              <a:rPr lang="it-IT"/>
              <a:t>Chiaramente la classe concreta che implementa la </a:t>
            </a:r>
            <a:r>
              <a:rPr i="1" lang="it-IT"/>
              <a:t>DaoInterface</a:t>
            </a:r>
            <a:r>
              <a:rPr lang="it-IT"/>
              <a:t> potrà aggiungere metodi specifici suoi per operazioni specifiche. Ad es: se dovessimo aggiungere una query specifica che recupera le persone in base al nome, questa andrà inserita in un metodo specifico di </a:t>
            </a:r>
            <a:r>
              <a:rPr i="1" lang="it-IT"/>
              <a:t>PersonaDao</a:t>
            </a:r>
            <a:r>
              <a:rPr lang="it-IT"/>
              <a:t> che non sarà presente in </a:t>
            </a:r>
            <a:r>
              <a:rPr i="1" lang="it-IT"/>
              <a:t>DaoInterface</a:t>
            </a:r>
            <a:endParaRPr/>
          </a:p>
        </p:txBody>
      </p:sp>
      <p:sp>
        <p:nvSpPr>
          <p:cNvPr id="276" name="Google Shape;276;p2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77" name="Google Shape;277;p2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Metodi specifici dei </a:t>
            </a:r>
            <a:r>
              <a:rPr i="1" lang="it-IT"/>
              <a:t>dao </a:t>
            </a:r>
            <a:r>
              <a:rPr lang="it-IT"/>
              <a:t>concreti (1/2)</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2"/>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fontScale="62500" lnSpcReduction="20000"/>
          </a:bodyPr>
          <a:lstStyle/>
          <a:p>
            <a:pPr indent="0" lvl="1" marL="301943" rtl="0" algn="l">
              <a:spcBef>
                <a:spcPts val="0"/>
              </a:spcBef>
              <a:spcAft>
                <a:spcPts val="0"/>
              </a:spcAft>
              <a:buSzPct val="100000"/>
              <a:buNone/>
            </a:pPr>
            <a:r>
              <a:rPr i="1" lang="it-IT" sz="2600"/>
              <a:t>public List&lt;Persona&gt; findByNomeStartsWith(String n) throws SQLException {</a:t>
            </a:r>
            <a:endParaRPr/>
          </a:p>
          <a:p>
            <a:pPr indent="0" lvl="1" marL="301943" rtl="0" algn="l">
              <a:spcBef>
                <a:spcPts val="325"/>
              </a:spcBef>
              <a:spcAft>
                <a:spcPts val="0"/>
              </a:spcAft>
              <a:buSzPct val="100000"/>
              <a:buNone/>
            </a:pPr>
            <a:r>
              <a:rPr i="1" lang="it-IT" sz="2600"/>
              <a:t>	List&lt;Persona&gt; result = new ArrayList&lt;Persona&gt;();</a:t>
            </a:r>
            <a:endParaRPr/>
          </a:p>
          <a:p>
            <a:pPr indent="0" lvl="1" marL="301943" rtl="0" algn="l">
              <a:spcBef>
                <a:spcPts val="325"/>
              </a:spcBef>
              <a:spcAft>
                <a:spcPts val="0"/>
              </a:spcAft>
              <a:buSzPct val="100000"/>
              <a:buNone/>
            </a:pPr>
            <a:r>
              <a:rPr i="1" lang="it-IT" sz="2600"/>
              <a:t>	</a:t>
            </a:r>
            <a:r>
              <a:rPr b="1" i="1" lang="it-IT" sz="2600"/>
              <a:t>String sql = "Select * from Persona where nome like ?";</a:t>
            </a:r>
            <a:endParaRPr/>
          </a:p>
          <a:p>
            <a:pPr indent="0" lvl="1" marL="301943" rtl="0" algn="l">
              <a:spcBef>
                <a:spcPts val="325"/>
              </a:spcBef>
              <a:spcAft>
                <a:spcPts val="0"/>
              </a:spcAft>
              <a:buSzPct val="100000"/>
              <a:buNone/>
            </a:pPr>
            <a:r>
              <a:rPr i="1" lang="it-IT" sz="2600"/>
              <a:t>	PreparedStatement ps = connection.prepareStatement(sql);</a:t>
            </a:r>
            <a:endParaRPr/>
          </a:p>
          <a:p>
            <a:pPr indent="0" lvl="1" marL="301943" rtl="0" algn="l">
              <a:spcBef>
                <a:spcPts val="325"/>
              </a:spcBef>
              <a:spcAft>
                <a:spcPts val="0"/>
              </a:spcAft>
              <a:buSzPct val="100000"/>
              <a:buNone/>
            </a:pPr>
            <a:r>
              <a:rPr i="1" lang="it-IT" sz="2600"/>
              <a:t>	</a:t>
            </a:r>
            <a:r>
              <a:rPr b="1" i="1" lang="it-IT" sz="2600"/>
              <a:t>ps.setString(1,n + "%");</a:t>
            </a:r>
            <a:endParaRPr/>
          </a:p>
          <a:p>
            <a:pPr indent="0" lvl="1" marL="301943" rtl="0" algn="l">
              <a:spcBef>
                <a:spcPts val="325"/>
              </a:spcBef>
              <a:spcAft>
                <a:spcPts val="0"/>
              </a:spcAft>
              <a:buSzPct val="100000"/>
              <a:buNone/>
            </a:pPr>
            <a:r>
              <a:rPr i="1" lang="it-IT" sz="2600"/>
              <a:t>	ResultSet resultSet = ps.executeQuery();</a:t>
            </a:r>
            <a:endParaRPr/>
          </a:p>
          <a:p>
            <a:pPr indent="0" lvl="1" marL="301943" rtl="0" algn="l">
              <a:spcBef>
                <a:spcPts val="325"/>
              </a:spcBef>
              <a:spcAft>
                <a:spcPts val="0"/>
              </a:spcAft>
              <a:buSzPct val="100000"/>
              <a:buNone/>
            </a:pPr>
            <a:r>
              <a:rPr i="1" lang="it-IT" sz="2600"/>
              <a:t>	while( resultSet.next() ) {</a:t>
            </a:r>
            <a:endParaRPr/>
          </a:p>
          <a:p>
            <a:pPr indent="0" lvl="1" marL="301943" rtl="0" algn="l">
              <a:spcBef>
                <a:spcPts val="325"/>
              </a:spcBef>
              <a:spcAft>
                <a:spcPts val="0"/>
              </a:spcAft>
              <a:buSzPct val="100000"/>
              <a:buNone/>
            </a:pPr>
            <a:r>
              <a:rPr i="1" lang="it-IT" sz="2600"/>
              <a:t>		Integer id = resultSet.getInt("idpersona");</a:t>
            </a:r>
            <a:endParaRPr/>
          </a:p>
          <a:p>
            <a:pPr indent="0" lvl="1" marL="301943" rtl="0" algn="l">
              <a:spcBef>
                <a:spcPts val="325"/>
              </a:spcBef>
              <a:spcAft>
                <a:spcPts val="0"/>
              </a:spcAft>
              <a:buSzPct val="100000"/>
              <a:buNone/>
            </a:pPr>
            <a:r>
              <a:rPr i="1" lang="it-IT" sz="2600"/>
              <a:t>		String nome = resultSet.getString("nome");</a:t>
            </a:r>
            <a:endParaRPr/>
          </a:p>
          <a:p>
            <a:pPr indent="0" lvl="1" marL="301943" rtl="0" algn="l">
              <a:spcBef>
                <a:spcPts val="325"/>
              </a:spcBef>
              <a:spcAft>
                <a:spcPts val="0"/>
              </a:spcAft>
              <a:buSzPct val="100000"/>
              <a:buNone/>
            </a:pPr>
            <a:r>
              <a:rPr i="1" lang="it-IT" sz="2600"/>
              <a:t>		String cognome = resultSet.getString("cognome");</a:t>
            </a:r>
            <a:endParaRPr/>
          </a:p>
          <a:p>
            <a:pPr indent="0" lvl="1" marL="301943" rtl="0" algn="l">
              <a:spcBef>
                <a:spcPts val="325"/>
              </a:spcBef>
              <a:spcAft>
                <a:spcPts val="0"/>
              </a:spcAft>
              <a:buSzPct val="100000"/>
              <a:buNone/>
            </a:pPr>
            <a:r>
              <a:rPr i="1" lang="it-IT" sz="2600"/>
              <a:t>		Persona p = new Persona(id,nome,cognome);</a:t>
            </a:r>
            <a:endParaRPr/>
          </a:p>
          <a:p>
            <a:pPr indent="0" lvl="1" marL="301943" rtl="0" algn="l">
              <a:spcBef>
                <a:spcPts val="325"/>
              </a:spcBef>
              <a:spcAft>
                <a:spcPts val="0"/>
              </a:spcAft>
              <a:buSzPct val="100000"/>
              <a:buNone/>
            </a:pPr>
            <a:r>
              <a:rPr i="1" lang="it-IT" sz="2600"/>
              <a:t>		result.add(p);</a:t>
            </a:r>
            <a:endParaRPr/>
          </a:p>
          <a:p>
            <a:pPr indent="0" lvl="1" marL="301943" rtl="0" algn="l">
              <a:spcBef>
                <a:spcPts val="325"/>
              </a:spcBef>
              <a:spcAft>
                <a:spcPts val="0"/>
              </a:spcAft>
              <a:buSzPct val="100000"/>
              <a:buNone/>
            </a:pPr>
            <a:r>
              <a:rPr i="1" lang="it-IT" sz="2600"/>
              <a:t>	}</a:t>
            </a:r>
            <a:endParaRPr i="1" sz="2600"/>
          </a:p>
          <a:p>
            <a:pPr indent="0" lvl="1" marL="301943" rtl="0" algn="l">
              <a:spcBef>
                <a:spcPts val="325"/>
              </a:spcBef>
              <a:spcAft>
                <a:spcPts val="0"/>
              </a:spcAft>
              <a:buSzPct val="100000"/>
              <a:buNone/>
            </a:pPr>
            <a:r>
              <a:rPr i="1" lang="it-IT" sz="2600"/>
              <a:t>	return result;</a:t>
            </a:r>
            <a:endParaRPr/>
          </a:p>
          <a:p>
            <a:pPr indent="0" lvl="1" marL="301943" rtl="0" algn="l">
              <a:spcBef>
                <a:spcPts val="325"/>
              </a:spcBef>
              <a:spcAft>
                <a:spcPts val="0"/>
              </a:spcAft>
              <a:buSzPct val="100000"/>
              <a:buNone/>
            </a:pPr>
            <a:r>
              <a:rPr i="1" lang="it-IT" sz="2600"/>
              <a:t>}</a:t>
            </a:r>
            <a:endParaRPr/>
          </a:p>
          <a:p>
            <a:pPr indent="-274351" lvl="0" marL="274320" rtl="0" algn="l">
              <a:spcBef>
                <a:spcPts val="362"/>
              </a:spcBef>
              <a:spcAft>
                <a:spcPts val="0"/>
              </a:spcAft>
              <a:buSzPct val="100000"/>
              <a:buChar char="*"/>
            </a:pPr>
            <a:r>
              <a:rPr b="1" lang="it-IT" sz="2900"/>
              <a:t>notare l’assenza di </a:t>
            </a:r>
            <a:r>
              <a:rPr b="1" i="1" lang="it-IT" sz="2900"/>
              <a:t>@Override</a:t>
            </a:r>
            <a:r>
              <a:rPr b="1" lang="it-IT" sz="2900"/>
              <a:t> in quanto metodo specifico di </a:t>
            </a:r>
            <a:r>
              <a:rPr b="1" i="1" lang="it-IT" sz="2900"/>
              <a:t>PersonaDao</a:t>
            </a:r>
            <a:r>
              <a:rPr b="1" lang="it-IT" sz="2900"/>
              <a:t> non presente nell’interface </a:t>
            </a:r>
            <a:r>
              <a:rPr b="1" i="1" lang="it-IT" sz="2900"/>
              <a:t>DaoInterface</a:t>
            </a:r>
            <a:endParaRPr b="1" sz="2900"/>
          </a:p>
        </p:txBody>
      </p:sp>
      <p:sp>
        <p:nvSpPr>
          <p:cNvPr id="283" name="Google Shape;283;p2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84" name="Google Shape;284;p2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Metodi specifici dei </a:t>
            </a:r>
            <a:r>
              <a:rPr i="1" lang="it-IT"/>
              <a:t>dao </a:t>
            </a:r>
            <a:r>
              <a:rPr lang="it-IT"/>
              <a:t>concreti (2/2)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3"/>
          <p:cNvSpPr txBox="1"/>
          <p:nvPr>
            <p:ph idx="1" type="body"/>
          </p:nvPr>
        </p:nvSpPr>
        <p:spPr>
          <a:xfrm>
            <a:off x="872067" y="1591056"/>
            <a:ext cx="7408333" cy="453510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i="1" lang="it-IT" sz="1400"/>
              <a:t>public class BusinessLogic {</a:t>
            </a:r>
            <a:endParaRPr/>
          </a:p>
          <a:p>
            <a:pPr indent="0" lvl="0" marL="0" rtl="0" algn="l">
              <a:spcBef>
                <a:spcPts val="280"/>
              </a:spcBef>
              <a:spcAft>
                <a:spcPts val="0"/>
              </a:spcAft>
              <a:buSzPts val="1400"/>
              <a:buNone/>
            </a:pPr>
            <a:r>
              <a:rPr i="1" lang="it-IT" sz="1400"/>
              <a:t>	private Connection connection;</a:t>
            </a:r>
            <a:endParaRPr/>
          </a:p>
          <a:p>
            <a:pPr indent="0" lvl="0" marL="0" rtl="0" algn="l">
              <a:spcBef>
                <a:spcPts val="280"/>
              </a:spcBef>
              <a:spcAft>
                <a:spcPts val="0"/>
              </a:spcAft>
              <a:buSzPts val="1400"/>
              <a:buNone/>
            </a:pPr>
            <a:r>
              <a:rPr i="1" lang="it-IT" sz="1400"/>
              <a:t>	private PersonaDao personaDao;</a:t>
            </a:r>
            <a:endParaRPr/>
          </a:p>
          <a:p>
            <a:pPr indent="0" lvl="0" marL="0" rtl="0" algn="l">
              <a:spcBef>
                <a:spcPts val="280"/>
              </a:spcBef>
              <a:spcAft>
                <a:spcPts val="0"/>
              </a:spcAft>
              <a:buSzPts val="1400"/>
              <a:buNone/>
            </a:pPr>
            <a:r>
              <a:rPr i="1" lang="it-IT" sz="1400"/>
              <a:t>	public BusinessLogic(Connection connection, PersonaDao personaDao) {</a:t>
            </a:r>
            <a:endParaRPr/>
          </a:p>
          <a:p>
            <a:pPr indent="0" lvl="0" marL="0" rtl="0" algn="l">
              <a:spcBef>
                <a:spcPts val="280"/>
              </a:spcBef>
              <a:spcAft>
                <a:spcPts val="0"/>
              </a:spcAft>
              <a:buSzPts val="1400"/>
              <a:buNone/>
            </a:pPr>
            <a:r>
              <a:rPr i="1" lang="it-IT" sz="1400"/>
              <a:t>		this.connection = connection;</a:t>
            </a:r>
            <a:endParaRPr/>
          </a:p>
          <a:p>
            <a:pPr indent="0" lvl="0" marL="0" rtl="0" algn="l">
              <a:spcBef>
                <a:spcPts val="280"/>
              </a:spcBef>
              <a:spcAft>
                <a:spcPts val="0"/>
              </a:spcAft>
              <a:buSzPts val="1400"/>
              <a:buNone/>
            </a:pPr>
            <a:r>
              <a:rPr i="1" lang="it-IT" sz="1400"/>
              <a:t>		this.personaDao = personaDao;</a:t>
            </a:r>
            <a:endParaRPr/>
          </a:p>
          <a:p>
            <a:pPr indent="0" lvl="0" marL="0" rtl="0" algn="l">
              <a:spcBef>
                <a:spcPts val="280"/>
              </a:spcBef>
              <a:spcAft>
                <a:spcPts val="0"/>
              </a:spcAft>
              <a:buSzPts val="1400"/>
              <a:buNone/>
            </a:pPr>
            <a:r>
              <a:rPr i="1" lang="it-IT" sz="1400"/>
              <a:t>	}</a:t>
            </a:r>
            <a:endParaRPr i="1" sz="1400"/>
          </a:p>
          <a:p>
            <a:pPr indent="0" lvl="0" marL="0" rtl="0" algn="l">
              <a:spcBef>
                <a:spcPts val="280"/>
              </a:spcBef>
              <a:spcAft>
                <a:spcPts val="0"/>
              </a:spcAft>
              <a:buSzPts val="1400"/>
              <a:buNone/>
            </a:pPr>
            <a:r>
              <a:t/>
            </a:r>
            <a:endParaRPr i="1" sz="1400"/>
          </a:p>
          <a:p>
            <a:pPr indent="0" lvl="0" marL="0" rtl="0" algn="l">
              <a:spcBef>
                <a:spcPts val="280"/>
              </a:spcBef>
              <a:spcAft>
                <a:spcPts val="0"/>
              </a:spcAft>
              <a:buSzPts val="1400"/>
              <a:buNone/>
            </a:pPr>
            <a:r>
              <a:rPr i="1" lang="it-IT" sz="1400"/>
              <a:t>	public void insert(Connection connection,Persona persona) throws SQLException {</a:t>
            </a:r>
            <a:endParaRPr i="1" sz="1400"/>
          </a:p>
          <a:p>
            <a:pPr indent="0" lvl="0" marL="0" rtl="0" algn="l">
              <a:spcBef>
                <a:spcPts val="280"/>
              </a:spcBef>
              <a:spcAft>
                <a:spcPts val="0"/>
              </a:spcAft>
              <a:buSzPts val="1400"/>
              <a:buNone/>
            </a:pPr>
            <a:r>
              <a:rPr i="1" lang="it-IT" sz="1400"/>
              <a:t>		try {</a:t>
            </a:r>
            <a:endParaRPr i="1" sz="1400"/>
          </a:p>
          <a:p>
            <a:pPr indent="0" lvl="0" marL="0" rtl="0" algn="l">
              <a:spcBef>
                <a:spcPts val="280"/>
              </a:spcBef>
              <a:spcAft>
                <a:spcPts val="0"/>
              </a:spcAft>
              <a:buSzPts val="1400"/>
              <a:buNone/>
            </a:pPr>
            <a:r>
              <a:rPr i="1" lang="it-IT" sz="1400"/>
              <a:t>			connection.setAutoCommit(false);</a:t>
            </a:r>
            <a:endParaRPr/>
          </a:p>
          <a:p>
            <a:pPr indent="0" lvl="0" marL="0" rtl="0" algn="l">
              <a:spcBef>
                <a:spcPts val="280"/>
              </a:spcBef>
              <a:spcAft>
                <a:spcPts val="0"/>
              </a:spcAft>
              <a:buSzPts val="1400"/>
              <a:buNone/>
            </a:pPr>
            <a:r>
              <a:rPr i="1" lang="it-IT" sz="1400"/>
              <a:t>			personaDao.create(persona);</a:t>
            </a:r>
            <a:endParaRPr/>
          </a:p>
          <a:p>
            <a:pPr indent="0" lvl="0" marL="0" rtl="0" algn="l">
              <a:spcBef>
                <a:spcPts val="280"/>
              </a:spcBef>
              <a:spcAft>
                <a:spcPts val="0"/>
              </a:spcAft>
              <a:buSzPts val="1400"/>
              <a:buNone/>
            </a:pPr>
            <a:r>
              <a:rPr i="1" lang="it-IT" sz="1400"/>
              <a:t>			connection.commit();</a:t>
            </a:r>
            <a:endParaRPr/>
          </a:p>
          <a:p>
            <a:pPr indent="0" lvl="0" marL="0" rtl="0" algn="l">
              <a:spcBef>
                <a:spcPts val="280"/>
              </a:spcBef>
              <a:spcAft>
                <a:spcPts val="0"/>
              </a:spcAft>
              <a:buSzPts val="1400"/>
              <a:buNone/>
            </a:pPr>
            <a:r>
              <a:rPr i="1" lang="it-IT" sz="1400"/>
              <a:t>		} catch (SQLException e) {</a:t>
            </a:r>
            <a:endParaRPr i="1" sz="1400"/>
          </a:p>
          <a:p>
            <a:pPr indent="0" lvl="0" marL="0" rtl="0" algn="l">
              <a:spcBef>
                <a:spcPts val="280"/>
              </a:spcBef>
              <a:spcAft>
                <a:spcPts val="0"/>
              </a:spcAft>
              <a:buSzPts val="1400"/>
              <a:buNone/>
            </a:pPr>
            <a:r>
              <a:rPr i="1" lang="it-IT" sz="1400"/>
              <a:t>			connection.rollback();</a:t>
            </a:r>
            <a:endParaRPr/>
          </a:p>
          <a:p>
            <a:pPr indent="0" lvl="0" marL="0" rtl="0" algn="l">
              <a:spcBef>
                <a:spcPts val="280"/>
              </a:spcBef>
              <a:spcAft>
                <a:spcPts val="0"/>
              </a:spcAft>
              <a:buSzPts val="1400"/>
              <a:buNone/>
            </a:pPr>
            <a:r>
              <a:rPr i="1" lang="it-IT" sz="1400"/>
              <a:t>			throw e;</a:t>
            </a:r>
            <a:endParaRPr/>
          </a:p>
          <a:p>
            <a:pPr indent="0" lvl="0" marL="0" rtl="0" algn="l">
              <a:spcBef>
                <a:spcPts val="280"/>
              </a:spcBef>
              <a:spcAft>
                <a:spcPts val="0"/>
              </a:spcAft>
              <a:buSzPts val="1400"/>
              <a:buNone/>
            </a:pPr>
            <a:r>
              <a:rPr i="1" lang="it-IT" sz="1400"/>
              <a:t>		}</a:t>
            </a:r>
            <a:endParaRPr i="1" sz="1400"/>
          </a:p>
          <a:p>
            <a:pPr indent="0" lvl="0" marL="0" rtl="0" algn="l">
              <a:spcBef>
                <a:spcPts val="280"/>
              </a:spcBef>
              <a:spcAft>
                <a:spcPts val="0"/>
              </a:spcAft>
              <a:buSzPts val="1400"/>
              <a:buNone/>
            </a:pPr>
            <a:r>
              <a:rPr i="1" lang="it-IT" sz="1400"/>
              <a:t>	}</a:t>
            </a:r>
            <a:endParaRPr i="1" sz="1400"/>
          </a:p>
        </p:txBody>
      </p:sp>
      <p:sp>
        <p:nvSpPr>
          <p:cNvPr id="290" name="Google Shape;290;p2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91" name="Google Shape;291;p2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BusinessLogic (1/6)</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4"/>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i="1" lang="it-IT" sz="1800"/>
              <a:t>public List&lt;Persona&gt; searchAll(Connection connection) throws SQLException {</a:t>
            </a:r>
            <a:endParaRPr i="1" sz="1800"/>
          </a:p>
          <a:p>
            <a:pPr indent="0" lvl="0" marL="0" rtl="0" algn="l">
              <a:spcBef>
                <a:spcPts val="360"/>
              </a:spcBef>
              <a:spcAft>
                <a:spcPts val="0"/>
              </a:spcAft>
              <a:buSzPts val="1800"/>
              <a:buNone/>
            </a:pPr>
            <a:r>
              <a:rPr i="1" lang="it-IT" sz="1800"/>
              <a:t>	try {</a:t>
            </a:r>
            <a:endParaRPr/>
          </a:p>
          <a:p>
            <a:pPr indent="0" lvl="0" marL="0" rtl="0" algn="l">
              <a:spcBef>
                <a:spcPts val="360"/>
              </a:spcBef>
              <a:spcAft>
                <a:spcPts val="0"/>
              </a:spcAft>
              <a:buSzPts val="1800"/>
              <a:buNone/>
            </a:pPr>
            <a:r>
              <a:rPr i="1" lang="it-IT" sz="1800"/>
              <a:t>		connection.setAutoCommit(false);</a:t>
            </a:r>
            <a:endParaRPr/>
          </a:p>
          <a:p>
            <a:pPr indent="0" lvl="0" marL="0" rtl="0" algn="l">
              <a:spcBef>
                <a:spcPts val="360"/>
              </a:spcBef>
              <a:spcAft>
                <a:spcPts val="0"/>
              </a:spcAft>
              <a:buSzPts val="1800"/>
              <a:buNone/>
            </a:pPr>
            <a:r>
              <a:rPr i="1" lang="it-IT" sz="1800"/>
              <a:t>		List&lt;Persona&gt; result = personaDao.retrieve();</a:t>
            </a:r>
            <a:endParaRPr/>
          </a:p>
          <a:p>
            <a:pPr indent="0" lvl="0" marL="0" rtl="0" algn="l">
              <a:spcBef>
                <a:spcPts val="360"/>
              </a:spcBef>
              <a:spcAft>
                <a:spcPts val="0"/>
              </a:spcAft>
              <a:buSzPts val="1800"/>
              <a:buNone/>
            </a:pPr>
            <a:r>
              <a:rPr i="1" lang="it-IT" sz="1800"/>
              <a:t>		connection.commit();</a:t>
            </a:r>
            <a:endParaRPr/>
          </a:p>
          <a:p>
            <a:pPr indent="0" lvl="0" marL="0" rtl="0" algn="l">
              <a:spcBef>
                <a:spcPts val="360"/>
              </a:spcBef>
              <a:spcAft>
                <a:spcPts val="0"/>
              </a:spcAft>
              <a:buSzPts val="1800"/>
              <a:buNone/>
            </a:pPr>
            <a:r>
              <a:rPr i="1" lang="it-IT" sz="1800"/>
              <a:t>		return result;</a:t>
            </a:r>
            <a:endParaRPr/>
          </a:p>
          <a:p>
            <a:pPr indent="0" lvl="0" marL="0" rtl="0" algn="l">
              <a:spcBef>
                <a:spcPts val="360"/>
              </a:spcBef>
              <a:spcAft>
                <a:spcPts val="0"/>
              </a:spcAft>
              <a:buSzPts val="1800"/>
              <a:buNone/>
            </a:pPr>
            <a:r>
              <a:rPr i="1" lang="it-IT" sz="1800"/>
              <a:t>	} catch (SQLException e) {</a:t>
            </a:r>
            <a:endParaRPr/>
          </a:p>
          <a:p>
            <a:pPr indent="0" lvl="0" marL="0" rtl="0" algn="l">
              <a:spcBef>
                <a:spcPts val="360"/>
              </a:spcBef>
              <a:spcAft>
                <a:spcPts val="0"/>
              </a:spcAft>
              <a:buSzPts val="1800"/>
              <a:buNone/>
            </a:pPr>
            <a:r>
              <a:rPr i="1" lang="it-IT" sz="1800"/>
              <a:t>		connection.rollback();</a:t>
            </a:r>
            <a:endParaRPr/>
          </a:p>
          <a:p>
            <a:pPr indent="0" lvl="0" marL="0" rtl="0" algn="l">
              <a:spcBef>
                <a:spcPts val="360"/>
              </a:spcBef>
              <a:spcAft>
                <a:spcPts val="0"/>
              </a:spcAft>
              <a:buSzPts val="1800"/>
              <a:buNone/>
            </a:pPr>
            <a:r>
              <a:rPr i="1" lang="it-IT" sz="1800"/>
              <a:t>		throw e;</a:t>
            </a:r>
            <a:endParaRPr/>
          </a:p>
          <a:p>
            <a:pPr indent="0" lvl="0" marL="0" rtl="0" algn="l">
              <a:spcBef>
                <a:spcPts val="360"/>
              </a:spcBef>
              <a:spcAft>
                <a:spcPts val="0"/>
              </a:spcAft>
              <a:buSzPts val="1800"/>
              <a:buNone/>
            </a:pPr>
            <a:r>
              <a:rPr i="1" lang="it-IT" sz="1800"/>
              <a:t>	}</a:t>
            </a:r>
            <a:endParaRPr i="1" sz="1800"/>
          </a:p>
          <a:p>
            <a:pPr indent="0" lvl="0" marL="0" rtl="0" algn="l">
              <a:spcBef>
                <a:spcPts val="360"/>
              </a:spcBef>
              <a:spcAft>
                <a:spcPts val="0"/>
              </a:spcAft>
              <a:buSzPts val="1800"/>
              <a:buNone/>
            </a:pPr>
            <a:r>
              <a:rPr i="1" lang="it-IT" sz="1800"/>
              <a:t>}</a:t>
            </a:r>
            <a:endParaRPr i="1" sz="1800"/>
          </a:p>
        </p:txBody>
      </p:sp>
      <p:sp>
        <p:nvSpPr>
          <p:cNvPr id="297" name="Google Shape;297;p2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98" name="Google Shape;298;p2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BusinessLogic (2/6)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5"/>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i="1" lang="it-IT" sz="1800"/>
              <a:t>public List&lt;Persona&gt; searchByNameStartsWith(Connection connection,String nome) throws SQLException {</a:t>
            </a:r>
            <a:endParaRPr/>
          </a:p>
          <a:p>
            <a:pPr indent="0" lvl="0" marL="0" rtl="0" algn="l">
              <a:spcBef>
                <a:spcPts val="360"/>
              </a:spcBef>
              <a:spcAft>
                <a:spcPts val="0"/>
              </a:spcAft>
              <a:buSzPts val="1800"/>
              <a:buNone/>
            </a:pPr>
            <a:r>
              <a:rPr i="1" lang="it-IT" sz="1800"/>
              <a:t>	try {</a:t>
            </a:r>
            <a:endParaRPr/>
          </a:p>
          <a:p>
            <a:pPr indent="0" lvl="0" marL="0" rtl="0" algn="l">
              <a:spcBef>
                <a:spcPts val="360"/>
              </a:spcBef>
              <a:spcAft>
                <a:spcPts val="0"/>
              </a:spcAft>
              <a:buSzPts val="1800"/>
              <a:buNone/>
            </a:pPr>
            <a:r>
              <a:rPr i="1" lang="it-IT" sz="1800"/>
              <a:t>		connection.setAutoCommit(false);</a:t>
            </a:r>
            <a:endParaRPr/>
          </a:p>
          <a:p>
            <a:pPr indent="0" lvl="0" marL="0" rtl="0" algn="l">
              <a:spcBef>
                <a:spcPts val="360"/>
              </a:spcBef>
              <a:spcAft>
                <a:spcPts val="0"/>
              </a:spcAft>
              <a:buSzPts val="1800"/>
              <a:buNone/>
            </a:pPr>
            <a:r>
              <a:rPr i="1" lang="it-IT" sz="1800"/>
              <a:t>		List&lt;Persona&gt; result = 						personaDao.findByNomeStartsWith(nome);</a:t>
            </a:r>
            <a:endParaRPr/>
          </a:p>
          <a:p>
            <a:pPr indent="0" lvl="0" marL="0" rtl="0" algn="l">
              <a:spcBef>
                <a:spcPts val="360"/>
              </a:spcBef>
              <a:spcAft>
                <a:spcPts val="0"/>
              </a:spcAft>
              <a:buSzPts val="1800"/>
              <a:buNone/>
            </a:pPr>
            <a:r>
              <a:rPr i="1" lang="it-IT" sz="1800"/>
              <a:t>		connection.commit();</a:t>
            </a:r>
            <a:endParaRPr/>
          </a:p>
          <a:p>
            <a:pPr indent="0" lvl="0" marL="0" rtl="0" algn="l">
              <a:spcBef>
                <a:spcPts val="360"/>
              </a:spcBef>
              <a:spcAft>
                <a:spcPts val="0"/>
              </a:spcAft>
              <a:buSzPts val="1800"/>
              <a:buNone/>
            </a:pPr>
            <a:r>
              <a:rPr i="1" lang="it-IT" sz="1800"/>
              <a:t>		return result;</a:t>
            </a:r>
            <a:endParaRPr/>
          </a:p>
          <a:p>
            <a:pPr indent="0" lvl="0" marL="0" rtl="0" algn="l">
              <a:spcBef>
                <a:spcPts val="360"/>
              </a:spcBef>
              <a:spcAft>
                <a:spcPts val="0"/>
              </a:spcAft>
              <a:buSzPts val="1800"/>
              <a:buNone/>
            </a:pPr>
            <a:r>
              <a:rPr i="1" lang="it-IT" sz="1800"/>
              <a:t>	} catch (SQLException e) {</a:t>
            </a:r>
            <a:endParaRPr/>
          </a:p>
          <a:p>
            <a:pPr indent="0" lvl="0" marL="0" rtl="0" algn="l">
              <a:spcBef>
                <a:spcPts val="360"/>
              </a:spcBef>
              <a:spcAft>
                <a:spcPts val="0"/>
              </a:spcAft>
              <a:buSzPts val="1800"/>
              <a:buNone/>
            </a:pPr>
            <a:r>
              <a:rPr i="1" lang="it-IT" sz="1800"/>
              <a:t>		connection.rollback();</a:t>
            </a:r>
            <a:endParaRPr/>
          </a:p>
          <a:p>
            <a:pPr indent="0" lvl="0" marL="0" rtl="0" algn="l">
              <a:spcBef>
                <a:spcPts val="360"/>
              </a:spcBef>
              <a:spcAft>
                <a:spcPts val="0"/>
              </a:spcAft>
              <a:buSzPts val="1800"/>
              <a:buNone/>
            </a:pPr>
            <a:r>
              <a:rPr i="1" lang="it-IT" sz="1800"/>
              <a:t>		throw e;</a:t>
            </a:r>
            <a:endParaRPr/>
          </a:p>
          <a:p>
            <a:pPr indent="0" lvl="0" marL="0" rtl="0" algn="l">
              <a:spcBef>
                <a:spcPts val="360"/>
              </a:spcBef>
              <a:spcAft>
                <a:spcPts val="0"/>
              </a:spcAft>
              <a:buSzPts val="1800"/>
              <a:buNone/>
            </a:pPr>
            <a:r>
              <a:rPr i="1" lang="it-IT" sz="1800"/>
              <a:t>	}</a:t>
            </a:r>
            <a:endParaRPr i="1" sz="1800"/>
          </a:p>
          <a:p>
            <a:pPr indent="0" lvl="0" marL="0" rtl="0" algn="l">
              <a:spcBef>
                <a:spcPts val="360"/>
              </a:spcBef>
              <a:spcAft>
                <a:spcPts val="0"/>
              </a:spcAft>
              <a:buSzPts val="1800"/>
              <a:buNone/>
            </a:pPr>
            <a:r>
              <a:rPr i="1" lang="it-IT" sz="1800"/>
              <a:t>}</a:t>
            </a:r>
            <a:endParaRPr i="1" sz="1800"/>
          </a:p>
        </p:txBody>
      </p:sp>
      <p:sp>
        <p:nvSpPr>
          <p:cNvPr id="304" name="Google Shape;304;p2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05" name="Google Shape;305;p2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BusinessLogic (3/6)</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6"/>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i="1" lang="it-IT" sz="1800"/>
              <a:t>public void aggiorna(Connection connection,Persona persona) throws SQLException {</a:t>
            </a:r>
            <a:endParaRPr/>
          </a:p>
          <a:p>
            <a:pPr indent="0" lvl="0" marL="0" rtl="0" algn="l">
              <a:spcBef>
                <a:spcPts val="360"/>
              </a:spcBef>
              <a:spcAft>
                <a:spcPts val="0"/>
              </a:spcAft>
              <a:buSzPts val="1800"/>
              <a:buNone/>
            </a:pPr>
            <a:r>
              <a:rPr i="1" lang="it-IT" sz="1800"/>
              <a:t>	try {</a:t>
            </a:r>
            <a:endParaRPr/>
          </a:p>
          <a:p>
            <a:pPr indent="0" lvl="0" marL="0" rtl="0" algn="l">
              <a:spcBef>
                <a:spcPts val="360"/>
              </a:spcBef>
              <a:spcAft>
                <a:spcPts val="0"/>
              </a:spcAft>
              <a:buSzPts val="1800"/>
              <a:buNone/>
            </a:pPr>
            <a:r>
              <a:rPr i="1" lang="it-IT" sz="1800"/>
              <a:t>		connection.setAutoCommit(false);</a:t>
            </a:r>
            <a:endParaRPr/>
          </a:p>
          <a:p>
            <a:pPr indent="0" lvl="0" marL="0" rtl="0" algn="l">
              <a:spcBef>
                <a:spcPts val="360"/>
              </a:spcBef>
              <a:spcAft>
                <a:spcPts val="0"/>
              </a:spcAft>
              <a:buSzPts val="1800"/>
              <a:buNone/>
            </a:pPr>
            <a:r>
              <a:rPr i="1" lang="it-IT" sz="1800"/>
              <a:t>		personaDao.update(persona);</a:t>
            </a:r>
            <a:endParaRPr/>
          </a:p>
          <a:p>
            <a:pPr indent="0" lvl="0" marL="0" rtl="0" algn="l">
              <a:spcBef>
                <a:spcPts val="360"/>
              </a:spcBef>
              <a:spcAft>
                <a:spcPts val="0"/>
              </a:spcAft>
              <a:buSzPts val="1800"/>
              <a:buNone/>
            </a:pPr>
            <a:r>
              <a:rPr i="1" lang="it-IT" sz="1800"/>
              <a:t>		connection.commit();</a:t>
            </a:r>
            <a:endParaRPr/>
          </a:p>
          <a:p>
            <a:pPr indent="0" lvl="0" marL="0" rtl="0" algn="l">
              <a:spcBef>
                <a:spcPts val="360"/>
              </a:spcBef>
              <a:spcAft>
                <a:spcPts val="0"/>
              </a:spcAft>
              <a:buSzPts val="1800"/>
              <a:buNone/>
            </a:pPr>
            <a:r>
              <a:rPr i="1" lang="it-IT" sz="1800"/>
              <a:t>	} catch (</a:t>
            </a:r>
            <a:r>
              <a:rPr i="1" lang="it-IT" sz="1800" u="sng"/>
              <a:t>SQLException e) {</a:t>
            </a:r>
            <a:endParaRPr/>
          </a:p>
          <a:p>
            <a:pPr indent="0" lvl="0" marL="0" rtl="0" algn="l">
              <a:spcBef>
                <a:spcPts val="360"/>
              </a:spcBef>
              <a:spcAft>
                <a:spcPts val="0"/>
              </a:spcAft>
              <a:buSzPts val="1800"/>
              <a:buNone/>
            </a:pPr>
            <a:r>
              <a:rPr i="1" lang="it-IT" sz="1800"/>
              <a:t>		connection.rollback();</a:t>
            </a:r>
            <a:endParaRPr/>
          </a:p>
          <a:p>
            <a:pPr indent="0" lvl="0" marL="0" rtl="0" algn="l">
              <a:spcBef>
                <a:spcPts val="360"/>
              </a:spcBef>
              <a:spcAft>
                <a:spcPts val="0"/>
              </a:spcAft>
              <a:buSzPts val="1800"/>
              <a:buNone/>
            </a:pPr>
            <a:r>
              <a:rPr i="1" lang="it-IT" sz="1800"/>
              <a:t>		throw e;</a:t>
            </a:r>
            <a:endParaRPr/>
          </a:p>
          <a:p>
            <a:pPr indent="0" lvl="0" marL="0" rtl="0" algn="l">
              <a:spcBef>
                <a:spcPts val="360"/>
              </a:spcBef>
              <a:spcAft>
                <a:spcPts val="0"/>
              </a:spcAft>
              <a:buSzPts val="1800"/>
              <a:buNone/>
            </a:pPr>
            <a:r>
              <a:rPr i="1" lang="it-IT" sz="1800"/>
              <a:t>	}</a:t>
            </a:r>
            <a:endParaRPr i="1" sz="1800"/>
          </a:p>
          <a:p>
            <a:pPr indent="0" lvl="0" marL="0" rtl="0" algn="l">
              <a:spcBef>
                <a:spcPts val="360"/>
              </a:spcBef>
              <a:spcAft>
                <a:spcPts val="0"/>
              </a:spcAft>
              <a:buSzPts val="1800"/>
              <a:buNone/>
            </a:pPr>
            <a:r>
              <a:rPr i="1" lang="it-IT" sz="1800"/>
              <a:t>}</a:t>
            </a:r>
            <a:endParaRPr i="1" sz="1800"/>
          </a:p>
        </p:txBody>
      </p:sp>
      <p:sp>
        <p:nvSpPr>
          <p:cNvPr id="311" name="Google Shape;311;p2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12" name="Google Shape;312;p2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BusinessLogic (4/6)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7"/>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i="1" lang="it-IT" sz="1800"/>
              <a:t>public void cancella(Connection connection,Persona persona) throws SQLException {</a:t>
            </a:r>
            <a:endParaRPr/>
          </a:p>
          <a:p>
            <a:pPr indent="0" lvl="0" marL="0" rtl="0" algn="l">
              <a:spcBef>
                <a:spcPts val="360"/>
              </a:spcBef>
              <a:spcAft>
                <a:spcPts val="0"/>
              </a:spcAft>
              <a:buSzPts val="1800"/>
              <a:buNone/>
            </a:pPr>
            <a:r>
              <a:rPr i="1" lang="it-IT" sz="1800"/>
              <a:t>	try {</a:t>
            </a:r>
            <a:endParaRPr/>
          </a:p>
          <a:p>
            <a:pPr indent="0" lvl="0" marL="0" rtl="0" algn="l">
              <a:spcBef>
                <a:spcPts val="360"/>
              </a:spcBef>
              <a:spcAft>
                <a:spcPts val="0"/>
              </a:spcAft>
              <a:buSzPts val="1800"/>
              <a:buNone/>
            </a:pPr>
            <a:r>
              <a:rPr i="1" lang="it-IT" sz="1800"/>
              <a:t>		connection.setAutoCommit(false);</a:t>
            </a:r>
            <a:endParaRPr/>
          </a:p>
          <a:p>
            <a:pPr indent="0" lvl="0" marL="0" rtl="0" algn="l">
              <a:spcBef>
                <a:spcPts val="360"/>
              </a:spcBef>
              <a:spcAft>
                <a:spcPts val="0"/>
              </a:spcAft>
              <a:buSzPts val="1800"/>
              <a:buNone/>
            </a:pPr>
            <a:r>
              <a:rPr i="1" lang="it-IT" sz="1800"/>
              <a:t>		personaDao.delete(persona);</a:t>
            </a:r>
            <a:endParaRPr/>
          </a:p>
          <a:p>
            <a:pPr indent="0" lvl="0" marL="0" rtl="0" algn="l">
              <a:spcBef>
                <a:spcPts val="360"/>
              </a:spcBef>
              <a:spcAft>
                <a:spcPts val="0"/>
              </a:spcAft>
              <a:buSzPts val="1800"/>
              <a:buNone/>
            </a:pPr>
            <a:r>
              <a:rPr i="1" lang="it-IT" sz="1800"/>
              <a:t>		connection.commit();</a:t>
            </a:r>
            <a:endParaRPr/>
          </a:p>
          <a:p>
            <a:pPr indent="0" lvl="0" marL="0" rtl="0" algn="l">
              <a:spcBef>
                <a:spcPts val="360"/>
              </a:spcBef>
              <a:spcAft>
                <a:spcPts val="0"/>
              </a:spcAft>
              <a:buSzPts val="1800"/>
              <a:buNone/>
            </a:pPr>
            <a:r>
              <a:rPr i="1" lang="it-IT" sz="1800"/>
              <a:t>	} catch (SQLException e) {</a:t>
            </a:r>
            <a:endParaRPr/>
          </a:p>
          <a:p>
            <a:pPr indent="0" lvl="0" marL="0" rtl="0" algn="l">
              <a:spcBef>
                <a:spcPts val="360"/>
              </a:spcBef>
              <a:spcAft>
                <a:spcPts val="0"/>
              </a:spcAft>
              <a:buSzPts val="1800"/>
              <a:buNone/>
            </a:pPr>
            <a:r>
              <a:rPr i="1" lang="it-IT" sz="1800"/>
              <a:t>		connection.rollback();</a:t>
            </a:r>
            <a:endParaRPr/>
          </a:p>
          <a:p>
            <a:pPr indent="0" lvl="0" marL="0" rtl="0" algn="l">
              <a:spcBef>
                <a:spcPts val="360"/>
              </a:spcBef>
              <a:spcAft>
                <a:spcPts val="0"/>
              </a:spcAft>
              <a:buSzPts val="1800"/>
              <a:buNone/>
            </a:pPr>
            <a:r>
              <a:rPr i="1" lang="it-IT" sz="1800"/>
              <a:t>		throw e;</a:t>
            </a:r>
            <a:endParaRPr/>
          </a:p>
          <a:p>
            <a:pPr indent="0" lvl="0" marL="0" rtl="0" algn="l">
              <a:spcBef>
                <a:spcPts val="360"/>
              </a:spcBef>
              <a:spcAft>
                <a:spcPts val="0"/>
              </a:spcAft>
              <a:buSzPts val="1800"/>
              <a:buNone/>
            </a:pPr>
            <a:r>
              <a:rPr i="1" lang="it-IT" sz="1800"/>
              <a:t>	}</a:t>
            </a:r>
            <a:endParaRPr i="1" sz="1800"/>
          </a:p>
          <a:p>
            <a:pPr indent="0" lvl="0" marL="0" rtl="0" algn="l">
              <a:spcBef>
                <a:spcPts val="360"/>
              </a:spcBef>
              <a:spcAft>
                <a:spcPts val="0"/>
              </a:spcAft>
              <a:buSzPts val="1800"/>
              <a:buNone/>
            </a:pPr>
            <a:r>
              <a:rPr i="1" lang="it-IT" sz="1800"/>
              <a:t>}</a:t>
            </a:r>
            <a:endParaRPr i="1" sz="1800"/>
          </a:p>
        </p:txBody>
      </p:sp>
      <p:sp>
        <p:nvSpPr>
          <p:cNvPr id="318" name="Google Shape;318;p2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19" name="Google Shape;319;p2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BusinessLogic (5/6)</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8"/>
          <p:cNvSpPr txBox="1"/>
          <p:nvPr>
            <p:ph idx="1" type="body"/>
          </p:nvPr>
        </p:nvSpPr>
        <p:spPr>
          <a:xfrm>
            <a:off x="872067" y="2204864"/>
            <a:ext cx="7408333" cy="392129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Da notare che negli esempi precedenti abbiamo lavorato con una sola tabella e quindi con un solo </a:t>
            </a:r>
            <a:r>
              <a:rPr i="1" lang="it-IT"/>
              <a:t>dao</a:t>
            </a:r>
            <a:r>
              <a:rPr lang="it-IT"/>
              <a:t>, </a:t>
            </a:r>
            <a:r>
              <a:rPr i="1" lang="it-IT"/>
              <a:t>PersonaDao</a:t>
            </a:r>
            <a:endParaRPr/>
          </a:p>
          <a:p>
            <a:pPr indent="-274320" lvl="0" marL="274320" rtl="0" algn="l">
              <a:spcBef>
                <a:spcPts val="480"/>
              </a:spcBef>
              <a:spcAft>
                <a:spcPts val="0"/>
              </a:spcAft>
              <a:buSzPts val="2400"/>
              <a:buChar char="*"/>
            </a:pPr>
            <a:r>
              <a:rPr lang="it-IT"/>
              <a:t>Nella realtà, come già detto, avremo </a:t>
            </a:r>
            <a:r>
              <a:rPr i="1" lang="it-IT"/>
              <a:t>n </a:t>
            </a:r>
            <a:r>
              <a:rPr lang="it-IT"/>
              <a:t>tabelle, quindi </a:t>
            </a:r>
            <a:r>
              <a:rPr i="1" lang="it-IT"/>
              <a:t>n dao</a:t>
            </a:r>
            <a:r>
              <a:rPr lang="it-IT"/>
              <a:t> e una (o comunque poche) </a:t>
            </a:r>
            <a:r>
              <a:rPr i="1" lang="it-IT"/>
              <a:t>BusinessLogic</a:t>
            </a:r>
            <a:endParaRPr i="1"/>
          </a:p>
          <a:p>
            <a:pPr indent="-274320" lvl="0" marL="274320" rtl="0" algn="l">
              <a:spcBef>
                <a:spcPts val="480"/>
              </a:spcBef>
              <a:spcAft>
                <a:spcPts val="0"/>
              </a:spcAft>
              <a:buSzPts val="2400"/>
              <a:buChar char="*"/>
            </a:pPr>
            <a:r>
              <a:rPr b="1" lang="it-IT" u="sng"/>
              <a:t>Da notare anche che la transazione viene gestita (con il commit ed il rollback) nella </a:t>
            </a:r>
            <a:r>
              <a:rPr b="1" i="1" lang="it-IT" u="sng"/>
              <a:t>BusinessLogic</a:t>
            </a:r>
            <a:r>
              <a:rPr b="1" lang="it-IT" u="sng"/>
              <a:t> mentre i </a:t>
            </a:r>
            <a:r>
              <a:rPr b="1" i="1" lang="it-IT" u="sng"/>
              <a:t>dao</a:t>
            </a:r>
            <a:r>
              <a:rPr b="1" lang="it-IT" u="sng"/>
              <a:t> lavorano </a:t>
            </a:r>
            <a:r>
              <a:rPr b="1" i="1" lang="it-IT" u="sng"/>
              <a:t>a transazione aperta</a:t>
            </a:r>
            <a:endParaRPr b="1" u="sng"/>
          </a:p>
        </p:txBody>
      </p:sp>
      <p:sp>
        <p:nvSpPr>
          <p:cNvPr id="325" name="Google Shape;325;p2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26" name="Google Shape;326;p2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BusinessLogic (6/6)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9"/>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Una volta introdotte le classi che implementano il </a:t>
            </a:r>
            <a:r>
              <a:rPr i="1" lang="it-IT"/>
              <a:t>pattern</a:t>
            </a:r>
            <a:r>
              <a:rPr lang="it-IT"/>
              <a:t> </a:t>
            </a:r>
            <a:r>
              <a:rPr i="1" lang="it-IT"/>
              <a:t>dao</a:t>
            </a:r>
            <a:r>
              <a:rPr lang="it-IT"/>
              <a:t> e la </a:t>
            </a:r>
            <a:r>
              <a:rPr i="1" lang="it-IT"/>
              <a:t>business logic</a:t>
            </a:r>
            <a:r>
              <a:rPr lang="it-IT"/>
              <a:t> occorrerà una parte di codice di inizializzazione che dopo aver creato la </a:t>
            </a:r>
            <a:r>
              <a:rPr i="1" lang="it-IT"/>
              <a:t>connection</a:t>
            </a:r>
            <a:r>
              <a:rPr lang="it-IT"/>
              <a:t>, crei anche i </a:t>
            </a:r>
            <a:r>
              <a:rPr i="1" lang="it-IT"/>
              <a:t>dao</a:t>
            </a:r>
            <a:r>
              <a:rPr lang="it-IT"/>
              <a:t> necessari e la </a:t>
            </a:r>
            <a:r>
              <a:rPr i="1" lang="it-IT"/>
              <a:t>business logic</a:t>
            </a:r>
            <a:r>
              <a:rPr lang="it-IT"/>
              <a:t>:</a:t>
            </a:r>
            <a:endParaRPr/>
          </a:p>
          <a:p>
            <a:pPr indent="0" lvl="1" marL="301943" rtl="0" algn="l">
              <a:spcBef>
                <a:spcPts val="320"/>
              </a:spcBef>
              <a:spcAft>
                <a:spcPts val="0"/>
              </a:spcAft>
              <a:buSzPts val="1600"/>
              <a:buNone/>
            </a:pPr>
            <a:r>
              <a:rPr i="1" lang="it-IT" sz="1600"/>
              <a:t>…..</a:t>
            </a:r>
            <a:endParaRPr/>
          </a:p>
          <a:p>
            <a:pPr indent="0" lvl="1" marL="301943" rtl="0" algn="l">
              <a:spcBef>
                <a:spcPts val="320"/>
              </a:spcBef>
              <a:spcAft>
                <a:spcPts val="0"/>
              </a:spcAft>
              <a:buSzPts val="1600"/>
              <a:buNone/>
            </a:pPr>
            <a:r>
              <a:rPr i="1" lang="it-IT" sz="1600"/>
              <a:t>connection = DriverManager.getConnection(dbUrl,dbUser,dbPassword);</a:t>
            </a:r>
            <a:endParaRPr/>
          </a:p>
          <a:p>
            <a:pPr indent="0" lvl="1" marL="301943" rtl="0" algn="l">
              <a:spcBef>
                <a:spcPts val="320"/>
              </a:spcBef>
              <a:spcAft>
                <a:spcPts val="0"/>
              </a:spcAft>
              <a:buSzPts val="1600"/>
              <a:buNone/>
            </a:pPr>
            <a:r>
              <a:rPr i="1" lang="it-IT" sz="1600"/>
              <a:t>connection.setAutoCommit(false);</a:t>
            </a:r>
            <a:endParaRPr/>
          </a:p>
          <a:p>
            <a:pPr indent="0" lvl="1" marL="301943" rtl="0" algn="l">
              <a:spcBef>
                <a:spcPts val="320"/>
              </a:spcBef>
              <a:spcAft>
                <a:spcPts val="0"/>
              </a:spcAft>
              <a:buSzPts val="1600"/>
              <a:buNone/>
            </a:pPr>
            <a:r>
              <a:rPr i="1" lang="it-IT" sz="1600"/>
              <a:t>PersonaDao personaDao = new PersonaDao(connection);</a:t>
            </a:r>
            <a:endParaRPr/>
          </a:p>
          <a:p>
            <a:pPr indent="0" lvl="1" marL="301943" rtl="0" algn="l">
              <a:spcBef>
                <a:spcPts val="320"/>
              </a:spcBef>
              <a:spcAft>
                <a:spcPts val="0"/>
              </a:spcAft>
              <a:buSzPts val="1600"/>
              <a:buNone/>
            </a:pPr>
            <a:r>
              <a:rPr i="1" lang="it-IT" sz="1600"/>
              <a:t>BusinessLogic businessLogic = new BusinessLogic(connection,personaDao);</a:t>
            </a:r>
            <a:endParaRPr/>
          </a:p>
          <a:p>
            <a:pPr indent="0" lvl="1" marL="301943" rtl="0" algn="l">
              <a:spcBef>
                <a:spcPts val="320"/>
              </a:spcBef>
              <a:spcAft>
                <a:spcPts val="0"/>
              </a:spcAft>
              <a:buSzPts val="1600"/>
              <a:buNone/>
            </a:pPr>
            <a:r>
              <a:rPr i="1" lang="it-IT" sz="1600"/>
              <a:t>….</a:t>
            </a:r>
            <a:endParaRPr i="1" sz="1600"/>
          </a:p>
        </p:txBody>
      </p:sp>
      <p:sp>
        <p:nvSpPr>
          <p:cNvPr id="332" name="Google Shape;332;p2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33" name="Google Shape;333;p2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Inizializzazione </a:t>
            </a:r>
            <a:br>
              <a:rPr lang="it-IT"/>
            </a:br>
            <a:r>
              <a:rPr lang="it-IT"/>
              <a:t>dei </a:t>
            </a:r>
            <a:r>
              <a:rPr i="1" lang="it-IT"/>
              <a:t>dao</a:t>
            </a:r>
            <a:r>
              <a:rPr lang="it-IT"/>
              <a:t> e della </a:t>
            </a:r>
            <a:r>
              <a:rPr i="1" lang="it-IT"/>
              <a:t>business logic</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0"/>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Sul db deve esserci una foreign key dal lato </a:t>
            </a:r>
            <a:r>
              <a:rPr i="1" lang="it-IT"/>
              <a:t>many </a:t>
            </a:r>
            <a:r>
              <a:rPr lang="it-IT"/>
              <a:t>verso il lato </a:t>
            </a:r>
            <a:r>
              <a:rPr i="1" lang="it-IT"/>
              <a:t>one</a:t>
            </a:r>
            <a:endParaRPr i="1"/>
          </a:p>
          <a:p>
            <a:pPr indent="-274320" lvl="0" marL="274320" rtl="0" algn="l">
              <a:spcBef>
                <a:spcPts val="480"/>
              </a:spcBef>
              <a:spcAft>
                <a:spcPts val="0"/>
              </a:spcAft>
              <a:buSzPts val="2400"/>
              <a:buChar char="*"/>
            </a:pPr>
            <a:r>
              <a:rPr lang="it-IT"/>
              <a:t>Esempio: se una banca ha un solo indirizzo ma  in quell’indirizzo possono esserci più banche (es. un grattacielo), nella tabella banca inseriremo una colonna aggiuntiva (dello stesso tipo della primary key della tabella indirizzo) sulla quale creeremo la foreign key di collegamento verso la primary key della tabella indirizzo</a:t>
            </a:r>
            <a:endParaRPr/>
          </a:p>
        </p:txBody>
      </p:sp>
      <p:sp>
        <p:nvSpPr>
          <p:cNvPr id="339" name="Google Shape;339;p3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40" name="Google Shape;340;p3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Associazioni Many-To-One (1/3)</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1"/>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100000"/>
              <a:buChar char="*"/>
            </a:pPr>
            <a:r>
              <a:rPr lang="it-IT"/>
              <a:t>Se volessimo salvare sul db un indirizzo, una banca e collegarli tra di loro, dovremo </a:t>
            </a:r>
            <a:r>
              <a:rPr b="1" lang="it-IT"/>
              <a:t>in un’unica transazione</a:t>
            </a:r>
            <a:r>
              <a:rPr lang="it-IT"/>
              <a:t>:</a:t>
            </a:r>
            <a:endParaRPr/>
          </a:p>
          <a:p>
            <a:pPr indent="-457200" lvl="1" marL="759143" rtl="0" algn="l">
              <a:spcBef>
                <a:spcPts val="407"/>
              </a:spcBef>
              <a:spcAft>
                <a:spcPts val="0"/>
              </a:spcAft>
              <a:buSzPct val="100000"/>
              <a:buFont typeface="Candara"/>
              <a:buAutoNum type="arabicPeriod"/>
            </a:pPr>
            <a:r>
              <a:rPr lang="it-IT"/>
              <a:t>salvare l’indirizzo sul db</a:t>
            </a:r>
            <a:endParaRPr/>
          </a:p>
          <a:p>
            <a:pPr indent="-457200" lvl="1" marL="759143" rtl="0" algn="l">
              <a:spcBef>
                <a:spcPts val="407"/>
              </a:spcBef>
              <a:spcAft>
                <a:spcPts val="0"/>
              </a:spcAft>
              <a:buSzPct val="100000"/>
              <a:buFont typeface="Candara"/>
              <a:buAutoNum type="arabicPeriod"/>
            </a:pPr>
            <a:r>
              <a:rPr lang="it-IT"/>
              <a:t>recuperare la primary key dell’indirizzo inserito</a:t>
            </a:r>
            <a:endParaRPr/>
          </a:p>
          <a:p>
            <a:pPr indent="-457200" lvl="1" marL="759143" rtl="0" algn="l">
              <a:spcBef>
                <a:spcPts val="407"/>
              </a:spcBef>
              <a:spcAft>
                <a:spcPts val="0"/>
              </a:spcAft>
              <a:buSzPct val="100000"/>
              <a:buFont typeface="Candara"/>
              <a:buAutoNum type="arabicPeriod"/>
            </a:pPr>
            <a:r>
              <a:rPr lang="it-IT"/>
              <a:t>salvare la banca sul db inserendo nella foreign key della banca la primary key dell’indirizzo recuperata al passo precedente</a:t>
            </a:r>
            <a:endParaRPr/>
          </a:p>
          <a:p>
            <a:pPr indent="-274320" lvl="0" marL="274320" rtl="0" algn="l">
              <a:spcBef>
                <a:spcPts val="444"/>
              </a:spcBef>
              <a:spcAft>
                <a:spcPts val="0"/>
              </a:spcAft>
              <a:buSzPct val="100000"/>
              <a:buChar char="*"/>
            </a:pPr>
            <a:r>
              <a:rPr lang="it-IT"/>
              <a:t>Lavorando con il pattern </a:t>
            </a:r>
            <a:r>
              <a:rPr i="1" lang="it-IT"/>
              <a:t>dao </a:t>
            </a:r>
            <a:r>
              <a:rPr lang="it-IT"/>
              <a:t>e la </a:t>
            </a:r>
            <a:r>
              <a:rPr i="1" lang="it-IT"/>
              <a:t>business logic</a:t>
            </a:r>
            <a:r>
              <a:rPr lang="it-IT"/>
              <a:t>:</a:t>
            </a:r>
            <a:endParaRPr/>
          </a:p>
          <a:p>
            <a:pPr indent="-457200" lvl="1" marL="759143" rtl="0" algn="l">
              <a:spcBef>
                <a:spcPts val="407"/>
              </a:spcBef>
              <a:spcAft>
                <a:spcPts val="0"/>
              </a:spcAft>
              <a:buSzPct val="100000"/>
              <a:buFont typeface="Candara"/>
              <a:buAutoNum type="arabicPeriod"/>
            </a:pPr>
            <a:r>
              <a:rPr lang="it-IT"/>
              <a:t>il salvataggio ed il recupero dell’id dell’indirizzo li inseriamo nel </a:t>
            </a:r>
            <a:r>
              <a:rPr i="1" lang="it-IT"/>
              <a:t>dao </a:t>
            </a:r>
            <a:r>
              <a:rPr lang="it-IT"/>
              <a:t>dell’Indirizzo</a:t>
            </a:r>
            <a:endParaRPr/>
          </a:p>
          <a:p>
            <a:pPr indent="-457200" lvl="1" marL="759143" rtl="0" algn="l">
              <a:spcBef>
                <a:spcPts val="407"/>
              </a:spcBef>
              <a:spcAft>
                <a:spcPts val="0"/>
              </a:spcAft>
              <a:buSzPct val="100000"/>
              <a:buFont typeface="Candara"/>
              <a:buAutoNum type="arabicPeriod"/>
            </a:pPr>
            <a:r>
              <a:rPr lang="it-IT"/>
              <a:t>il salvataggio della banca va messo nel </a:t>
            </a:r>
            <a:r>
              <a:rPr i="1" lang="it-IT"/>
              <a:t>dao</a:t>
            </a:r>
            <a:r>
              <a:rPr lang="it-IT"/>
              <a:t> della Banca</a:t>
            </a:r>
            <a:endParaRPr/>
          </a:p>
          <a:p>
            <a:pPr indent="-457200" lvl="1" marL="759143" rtl="0" algn="l">
              <a:spcBef>
                <a:spcPts val="407"/>
              </a:spcBef>
              <a:spcAft>
                <a:spcPts val="0"/>
              </a:spcAft>
              <a:buSzPct val="100000"/>
              <a:buFont typeface="Candara"/>
              <a:buAutoNum type="arabicPeriod"/>
            </a:pPr>
            <a:r>
              <a:rPr lang="it-IT"/>
              <a:t>la gestione della transazione (auto-commit disabilitato, commit e rollback) e le chiamate ai due </a:t>
            </a:r>
            <a:r>
              <a:rPr i="1" lang="it-IT"/>
              <a:t>dao</a:t>
            </a:r>
            <a:r>
              <a:rPr lang="it-IT"/>
              <a:t> li insieriamo nella </a:t>
            </a:r>
            <a:r>
              <a:rPr i="1" lang="it-IT"/>
              <a:t>business logic</a:t>
            </a:r>
            <a:endParaRPr/>
          </a:p>
        </p:txBody>
      </p:sp>
      <p:sp>
        <p:nvSpPr>
          <p:cNvPr id="346" name="Google Shape;346;p3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47" name="Google Shape;347;p3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Associazioni Many-To-One (2/3)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2"/>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se volessimo recuperare in una sola query le banche e le informazioni degli indirizzi associati, dovremo fare una query in join tra le due tabelle e scorrere il </a:t>
            </a:r>
            <a:r>
              <a:rPr i="1" lang="it-IT"/>
              <a:t>ResultSet</a:t>
            </a:r>
            <a:r>
              <a:rPr lang="it-IT"/>
              <a:t> distinguendo le colonne che fanno parte della banca da quelle che fanno parte dell’indirizzo</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lavorando con i </a:t>
            </a:r>
            <a:r>
              <a:rPr i="1" lang="it-IT"/>
              <a:t>dao</a:t>
            </a:r>
            <a:r>
              <a:rPr lang="it-IT"/>
              <a:t> e la </a:t>
            </a:r>
            <a:r>
              <a:rPr i="1" lang="it-IT"/>
              <a:t>businessLogic</a:t>
            </a:r>
            <a:r>
              <a:rPr lang="it-IT"/>
              <a:t> la query andrebbe inserita nel </a:t>
            </a:r>
            <a:r>
              <a:rPr i="1" lang="it-IT"/>
              <a:t>dao</a:t>
            </a:r>
            <a:r>
              <a:rPr lang="it-IT"/>
              <a:t> della Banca</a:t>
            </a:r>
            <a:r>
              <a:rPr i="1" lang="it-IT"/>
              <a:t> </a:t>
            </a:r>
            <a:r>
              <a:rPr lang="it-IT"/>
              <a:t>e come sempre la gestione della transazione e la chiamata al </a:t>
            </a:r>
            <a:r>
              <a:rPr i="1" lang="it-IT"/>
              <a:t>dao </a:t>
            </a:r>
            <a:r>
              <a:rPr lang="it-IT"/>
              <a:t>vanno inserite nella </a:t>
            </a:r>
            <a:r>
              <a:rPr i="1" lang="it-IT"/>
              <a:t>business logic</a:t>
            </a:r>
            <a:endParaRPr/>
          </a:p>
        </p:txBody>
      </p:sp>
      <p:sp>
        <p:nvSpPr>
          <p:cNvPr id="353" name="Google Shape;353;p3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54" name="Google Shape;354;p3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Associazioni Many-To-One (3/3)</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3"/>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Sul db deve esserci una terza tabella con due foreign key di collegamento verso le primary key delle due tabelle in relazione </a:t>
            </a:r>
            <a:r>
              <a:rPr i="1" lang="it-IT"/>
              <a:t>many-to-many</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Esempio: se avessimo una associazione molti a molti tra Banca e Dipendente, sul db dovremmo creare una tabella associativa che contenga due foreign key: </a:t>
            </a:r>
            <a:endParaRPr/>
          </a:p>
          <a:p>
            <a:pPr indent="-274319" lvl="1" marL="576263" rtl="0" algn="l">
              <a:spcBef>
                <a:spcPts val="440"/>
              </a:spcBef>
              <a:spcAft>
                <a:spcPts val="0"/>
              </a:spcAft>
              <a:buSzPts val="2200"/>
              <a:buChar char="*"/>
            </a:pPr>
            <a:r>
              <a:rPr lang="it-IT"/>
              <a:t>una referenzierebbe la primary key della banca</a:t>
            </a:r>
            <a:endParaRPr/>
          </a:p>
          <a:p>
            <a:pPr indent="-274319" lvl="1" marL="576263" rtl="0" algn="l">
              <a:spcBef>
                <a:spcPts val="440"/>
              </a:spcBef>
              <a:spcAft>
                <a:spcPts val="0"/>
              </a:spcAft>
              <a:buSzPts val="2200"/>
              <a:buChar char="*"/>
            </a:pPr>
            <a:r>
              <a:rPr lang="it-IT"/>
              <a:t>l’altra referenzierebbe la primary key del dipendente</a:t>
            </a:r>
            <a:endParaRPr/>
          </a:p>
          <a:p>
            <a:pPr indent="-134619" lvl="1" marL="576263" rtl="0" algn="l">
              <a:spcBef>
                <a:spcPts val="440"/>
              </a:spcBef>
              <a:spcAft>
                <a:spcPts val="0"/>
              </a:spcAft>
              <a:buSzPts val="2200"/>
              <a:buNone/>
            </a:pPr>
            <a:r>
              <a:t/>
            </a:r>
            <a:endParaRPr/>
          </a:p>
        </p:txBody>
      </p:sp>
      <p:sp>
        <p:nvSpPr>
          <p:cNvPr id="360" name="Google Shape;360;p3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61" name="Google Shape;361;p3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Associazioni Many-to-Many (1/3)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100000"/>
              <a:buChar char="*"/>
            </a:pPr>
            <a:r>
              <a:rPr lang="it-IT"/>
              <a:t>Se volessimo inserire sul database un dipendente, una banca e collegarli tra di loro dovremmo </a:t>
            </a:r>
            <a:r>
              <a:rPr b="1" lang="it-IT"/>
              <a:t>in un’unica transazione</a:t>
            </a:r>
            <a:r>
              <a:rPr b="1" i="1" lang="it-IT"/>
              <a:t> </a:t>
            </a:r>
            <a:r>
              <a:rPr b="1" lang="it-IT"/>
              <a:t>nella business logic</a:t>
            </a:r>
            <a:r>
              <a:rPr lang="it-IT"/>
              <a:t>:</a:t>
            </a:r>
            <a:endParaRPr/>
          </a:p>
          <a:p>
            <a:pPr indent="-457200" lvl="1" marL="759143" rtl="0" algn="l">
              <a:spcBef>
                <a:spcPts val="407"/>
              </a:spcBef>
              <a:spcAft>
                <a:spcPts val="0"/>
              </a:spcAft>
              <a:buSzPct val="100000"/>
              <a:buFont typeface="Candara"/>
              <a:buAutoNum type="arabicPeriod"/>
            </a:pPr>
            <a:r>
              <a:rPr lang="it-IT"/>
              <a:t>inserire il dipendente (</a:t>
            </a:r>
            <a:r>
              <a:rPr i="1" lang="it-IT"/>
              <a:t>dao </a:t>
            </a:r>
            <a:r>
              <a:rPr lang="it-IT"/>
              <a:t>di Dipendente)</a:t>
            </a:r>
            <a:endParaRPr/>
          </a:p>
          <a:p>
            <a:pPr indent="-457200" lvl="1" marL="759143" rtl="0" algn="l">
              <a:spcBef>
                <a:spcPts val="407"/>
              </a:spcBef>
              <a:spcAft>
                <a:spcPts val="0"/>
              </a:spcAft>
              <a:buSzPct val="100000"/>
              <a:buFont typeface="Candara"/>
              <a:buAutoNum type="arabicPeriod"/>
            </a:pPr>
            <a:r>
              <a:rPr lang="it-IT"/>
              <a:t>recuperare la primary key del dipendente inserito (</a:t>
            </a:r>
            <a:r>
              <a:rPr i="1" lang="it-IT"/>
              <a:t>dao </a:t>
            </a:r>
            <a:r>
              <a:rPr lang="it-IT"/>
              <a:t>Dipendente)</a:t>
            </a:r>
            <a:endParaRPr/>
          </a:p>
          <a:p>
            <a:pPr indent="-457200" lvl="1" marL="759143" rtl="0" algn="l">
              <a:spcBef>
                <a:spcPts val="407"/>
              </a:spcBef>
              <a:spcAft>
                <a:spcPts val="0"/>
              </a:spcAft>
              <a:buSzPct val="100000"/>
              <a:buFont typeface="Candara"/>
              <a:buAutoNum type="arabicPeriod"/>
            </a:pPr>
            <a:r>
              <a:rPr lang="it-IT"/>
              <a:t>inserire la banca (</a:t>
            </a:r>
            <a:r>
              <a:rPr i="1" lang="it-IT"/>
              <a:t>dao</a:t>
            </a:r>
            <a:r>
              <a:rPr lang="it-IT"/>
              <a:t> della Banca)</a:t>
            </a:r>
            <a:endParaRPr/>
          </a:p>
          <a:p>
            <a:pPr indent="-457200" lvl="1" marL="759143" rtl="0" algn="l">
              <a:spcBef>
                <a:spcPts val="407"/>
              </a:spcBef>
              <a:spcAft>
                <a:spcPts val="0"/>
              </a:spcAft>
              <a:buSzPct val="100000"/>
              <a:buFont typeface="Candara"/>
              <a:buAutoNum type="arabicPeriod"/>
            </a:pPr>
            <a:r>
              <a:rPr lang="it-IT"/>
              <a:t>recuperare la primary key della banca inserita (</a:t>
            </a:r>
            <a:r>
              <a:rPr i="1" lang="it-IT"/>
              <a:t>dao</a:t>
            </a:r>
            <a:r>
              <a:rPr lang="it-IT"/>
              <a:t> dellla Banca)</a:t>
            </a:r>
            <a:endParaRPr/>
          </a:p>
          <a:p>
            <a:pPr indent="-457200" lvl="1" marL="759143" rtl="0" algn="l">
              <a:spcBef>
                <a:spcPts val="407"/>
              </a:spcBef>
              <a:spcAft>
                <a:spcPts val="0"/>
              </a:spcAft>
              <a:buSzPct val="100000"/>
              <a:buFont typeface="Candara"/>
              <a:buAutoNum type="arabicPeriod"/>
            </a:pPr>
            <a:r>
              <a:rPr lang="it-IT"/>
              <a:t>inserire nella tabella associativa (</a:t>
            </a:r>
            <a:r>
              <a:rPr i="1" lang="it-IT"/>
              <a:t>dao </a:t>
            </a:r>
            <a:r>
              <a:rPr lang="it-IT"/>
              <a:t>della tabella associativa) un record che contenga nella colonna con la foreign key della banca la primary key della banca e nella colonna con la foreign key del dipendente la primary key del dipendente</a:t>
            </a:r>
            <a:endParaRPr/>
          </a:p>
          <a:p>
            <a:pPr indent="-327977" lvl="1" marL="759143" rtl="0" algn="l">
              <a:spcBef>
                <a:spcPts val="407"/>
              </a:spcBef>
              <a:spcAft>
                <a:spcPts val="0"/>
              </a:spcAft>
              <a:buSzPct val="100000"/>
              <a:buFont typeface="Candara"/>
              <a:buNone/>
            </a:pPr>
            <a:r>
              <a:t/>
            </a:r>
            <a:endParaRPr i="1"/>
          </a:p>
          <a:p>
            <a:pPr indent="-145097" lvl="1" marL="576263" rtl="0" algn="l">
              <a:spcBef>
                <a:spcPts val="407"/>
              </a:spcBef>
              <a:spcAft>
                <a:spcPts val="0"/>
              </a:spcAft>
              <a:buSzPct val="100000"/>
              <a:buNone/>
            </a:pPr>
            <a:r>
              <a:t/>
            </a:r>
            <a:endParaRPr/>
          </a:p>
        </p:txBody>
      </p:sp>
      <p:sp>
        <p:nvSpPr>
          <p:cNvPr id="367" name="Google Shape;367;p3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68" name="Google Shape;368;p3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Associazioni Many-to-Many (2/3)</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5"/>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se volessimo recuperare dal db tramite un’unica query tutte le banche e le informazioni dei dipendenti ad esse associati dovremmo fare una query che metta in join le 3 tabelle: banca, dipendente e associativa; poi dovremmo scorrere il </a:t>
            </a:r>
            <a:r>
              <a:rPr i="1" lang="it-IT"/>
              <a:t>ResultSet</a:t>
            </a:r>
            <a:r>
              <a:rPr lang="it-IT"/>
              <a:t> distinguendo le colonne che fanno parte della banca, da quelle che fanno parte del dipendente e da quelle che fanno parte della tabella associativa</a:t>
            </a:r>
            <a:endParaRPr/>
          </a:p>
          <a:p>
            <a:pPr indent="-274320" lvl="0" marL="274320" rtl="0" algn="l">
              <a:spcBef>
                <a:spcPts val="480"/>
              </a:spcBef>
              <a:spcAft>
                <a:spcPts val="0"/>
              </a:spcAft>
              <a:buSzPts val="2400"/>
              <a:buChar char="*"/>
            </a:pPr>
            <a:r>
              <a:rPr lang="it-IT"/>
              <a:t>la query andrebbe inserita nel </a:t>
            </a:r>
            <a:r>
              <a:rPr i="1" lang="it-IT"/>
              <a:t>dao </a:t>
            </a:r>
            <a:r>
              <a:rPr lang="it-IT"/>
              <a:t>della banca e la gestione della transazione e la chiamata al </a:t>
            </a:r>
            <a:r>
              <a:rPr i="1" lang="it-IT"/>
              <a:t>dao</a:t>
            </a:r>
            <a:r>
              <a:rPr lang="it-IT"/>
              <a:t> andrebbe inserita nella </a:t>
            </a:r>
            <a:r>
              <a:rPr i="1" lang="it-IT"/>
              <a:t>business logic</a:t>
            </a:r>
            <a:endParaRPr/>
          </a:p>
          <a:p>
            <a:pPr indent="-121920" lvl="0" marL="274320" rtl="0" algn="l">
              <a:spcBef>
                <a:spcPts val="480"/>
              </a:spcBef>
              <a:spcAft>
                <a:spcPts val="0"/>
              </a:spcAft>
              <a:buSzPts val="2400"/>
              <a:buNone/>
            </a:pPr>
            <a:r>
              <a:t/>
            </a:r>
            <a:endParaRPr/>
          </a:p>
        </p:txBody>
      </p:sp>
      <p:sp>
        <p:nvSpPr>
          <p:cNvPr id="374" name="Google Shape;374;p3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75" name="Google Shape;375;p3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Associazioni Many-to-Many (3/3)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nde">
  <a:themeElements>
    <a:clrScheme name="Onde">
      <a:dk1>
        <a:srgbClr val="000000"/>
      </a:dk1>
      <a:lt1>
        <a:srgbClr val="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2019-12-30T13:40:29Z</dcterms:created>
  <dc:creator>Roberto Santoro</dc:creator>
</cp:coreProperties>
</file>