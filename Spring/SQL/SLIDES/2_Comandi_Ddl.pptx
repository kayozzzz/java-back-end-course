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1" roundtripDataSignature="AMtx7mhQ/FVh7v6NFzZrsgcYFc4K/FBc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727D94-3DE0-4D89-B1F8-504E79BCA7BF}">
  <a:tblStyle styleId="{0D727D94-3DE0-4D89-B1F8-504E79BCA7BF}" styleName="Table_0">
    <a:wholeTbl>
      <a:tcTxStyle b="off" i="off">
        <a:font>
          <a:latin typeface="Trebuchet MS"/>
          <a:ea typeface="Trebuchet MS"/>
          <a:cs typeface="Trebuchet M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4E7"/>
          </a:solidFill>
        </a:fill>
      </a:tcStyle>
    </a:wholeTbl>
    <a:band1H>
      <a:tcTxStyle/>
      <a:tcStyle>
        <a:fill>
          <a:solidFill>
            <a:srgbClr val="DBE9CB"/>
          </a:solidFill>
        </a:fill>
      </a:tcStyle>
    </a:band1H>
    <a:band2H>
      <a:tcTxStyle/>
    </a:band2H>
    <a:band1V>
      <a:tcTxStyle/>
      <a:tcStyle>
        <a:fill>
          <a:solidFill>
            <a:srgbClr val="DBE9CB"/>
          </a:solidFill>
        </a:fill>
      </a:tcStyle>
    </a:band1V>
    <a:band2V>
      <a:tcTxStyle/>
    </a:band2V>
    <a:lastCol>
      <a:tcTxStyle b="on" i="off">
        <a:font>
          <a:latin typeface="Trebuchet MS"/>
          <a:ea typeface="Trebuchet MS"/>
          <a:cs typeface="Trebuchet MS"/>
        </a:font>
        <a:schemeClr val="lt1"/>
      </a:tcTxStyle>
      <a:tcStyle>
        <a:fill>
          <a:solidFill>
            <a:schemeClr val="accent1"/>
          </a:solidFill>
        </a:fill>
      </a:tcStyle>
    </a:lastCol>
    <a:firstCol>
      <a:tcTxStyle b="on" i="off">
        <a:font>
          <a:latin typeface="Trebuchet MS"/>
          <a:ea typeface="Trebuchet MS"/>
          <a:cs typeface="Trebuchet MS"/>
        </a:font>
        <a:schemeClr val="lt1"/>
      </a:tcTxStyle>
      <a:tcStyle>
        <a:fill>
          <a:solidFill>
            <a:schemeClr val="accent1"/>
          </a:solidFill>
        </a:fill>
      </a:tcStyle>
    </a:firstCol>
    <a:lastRow>
      <a:tcTxStyle b="on" i="off">
        <a:font>
          <a:latin typeface="Trebuchet MS"/>
          <a:ea typeface="Trebuchet MS"/>
          <a:cs typeface="Trebuchet M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rebuchet MS"/>
          <a:ea typeface="Trebuchet MS"/>
          <a:cs typeface="Trebuchet M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6" name="Shape 26"/>
        <p:cNvGrpSpPr/>
        <p:nvPr/>
      </p:nvGrpSpPr>
      <p:grpSpPr>
        <a:xfrm>
          <a:off x="0" y="0"/>
          <a:ext cx="0" cy="0"/>
          <a:chOff x="0" y="0"/>
          <a:chExt cx="0" cy="0"/>
        </a:xfrm>
      </p:grpSpPr>
      <p:sp>
        <p:nvSpPr>
          <p:cNvPr id="27" name="Google Shape;27;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9" name="Google Shape;2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2" name="Shape 32"/>
        <p:cNvGrpSpPr/>
        <p:nvPr/>
      </p:nvGrpSpPr>
      <p:grpSpPr>
        <a:xfrm>
          <a:off x="0" y="0"/>
          <a:ext cx="0" cy="0"/>
          <a:chOff x="0" y="0"/>
          <a:chExt cx="0" cy="0"/>
        </a:xfrm>
      </p:grpSpPr>
      <p:sp>
        <p:nvSpPr>
          <p:cNvPr id="33" name="Google Shape;33;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5" name="Google Shape;35;p17"/>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6" name="Google Shape;36;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39" name="Shape 39"/>
        <p:cNvGrpSpPr/>
        <p:nvPr/>
      </p:nvGrpSpPr>
      <p:grpSpPr>
        <a:xfrm>
          <a:off x="0" y="0"/>
          <a:ext cx="0" cy="0"/>
          <a:chOff x="0" y="0"/>
          <a:chExt cx="0" cy="0"/>
        </a:xfrm>
      </p:grpSpPr>
      <p:grpSp>
        <p:nvGrpSpPr>
          <p:cNvPr id="40" name="Google Shape;40;p18"/>
          <p:cNvGrpSpPr/>
          <p:nvPr/>
        </p:nvGrpSpPr>
        <p:grpSpPr>
          <a:xfrm>
            <a:off x="0" y="-8467"/>
            <a:ext cx="12192000" cy="6866467"/>
            <a:chOff x="0" y="-8467"/>
            <a:chExt cx="12192000" cy="6866467"/>
          </a:xfrm>
        </p:grpSpPr>
        <p:cxnSp>
          <p:nvCxnSpPr>
            <p:cNvPr id="41" name="Google Shape;41;p18"/>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42" name="Google Shape;42;p18"/>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43" name="Google Shape;43;p1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44" name="Google Shape;44;p1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45" name="Google Shape;45;p18"/>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47" name="Google Shape;47;p1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48" name="Google Shape;48;p1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49" name="Google Shape;49;p18"/>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8"/>
            <p:cNvSpPr/>
            <p:nvPr/>
          </p:nvSpPr>
          <p:spPr>
            <a:xfrm rot="10800000">
              <a:off x="0" y="0"/>
              <a:ext cx="842596" cy="5666154"/>
            </a:xfrm>
            <a:prstGeom prst="triangle">
              <a:avLst>
                <a:gd fmla="val 10000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18"/>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53" name="Google Shape;53;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56" name="Shape 56"/>
        <p:cNvGrpSpPr/>
        <p:nvPr/>
      </p:nvGrpSpPr>
      <p:grpSpPr>
        <a:xfrm>
          <a:off x="0" y="0"/>
          <a:ext cx="0" cy="0"/>
          <a:chOff x="0" y="0"/>
          <a:chExt cx="0" cy="0"/>
        </a:xfrm>
      </p:grpSpPr>
      <p:sp>
        <p:nvSpPr>
          <p:cNvPr id="57" name="Google Shape;57;p19"/>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9" name="Google Shape;59;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62" name="Shape 62"/>
        <p:cNvGrpSpPr/>
        <p:nvPr/>
      </p:nvGrpSpPr>
      <p:grpSpPr>
        <a:xfrm>
          <a:off x="0" y="0"/>
          <a:ext cx="0" cy="0"/>
          <a:chOff x="0" y="0"/>
          <a:chExt cx="0" cy="0"/>
        </a:xfrm>
      </p:grpSpPr>
      <p:sp>
        <p:nvSpPr>
          <p:cNvPr id="63" name="Google Shape;63;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2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2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2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71" name="Shape 71"/>
        <p:cNvGrpSpPr/>
        <p:nvPr/>
      </p:nvGrpSpPr>
      <p:grpSpPr>
        <a:xfrm>
          <a:off x="0" y="0"/>
          <a:ext cx="0" cy="0"/>
          <a:chOff x="0" y="0"/>
          <a:chExt cx="0" cy="0"/>
        </a:xfrm>
      </p:grpSpPr>
      <p:sp>
        <p:nvSpPr>
          <p:cNvPr id="72" name="Google Shape;72;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76" name="Shape 76"/>
        <p:cNvGrpSpPr/>
        <p:nvPr/>
      </p:nvGrpSpPr>
      <p:grpSpPr>
        <a:xfrm>
          <a:off x="0" y="0"/>
          <a:ext cx="0" cy="0"/>
          <a:chOff x="0" y="0"/>
          <a:chExt cx="0" cy="0"/>
        </a:xfrm>
      </p:grpSpPr>
      <p:sp>
        <p:nvSpPr>
          <p:cNvPr id="77" name="Google Shape;77;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80" name="Shape 80"/>
        <p:cNvGrpSpPr/>
        <p:nvPr/>
      </p:nvGrpSpPr>
      <p:grpSpPr>
        <a:xfrm>
          <a:off x="0" y="0"/>
          <a:ext cx="0" cy="0"/>
          <a:chOff x="0" y="0"/>
          <a:chExt cx="0" cy="0"/>
        </a:xfrm>
      </p:grpSpPr>
      <p:sp>
        <p:nvSpPr>
          <p:cNvPr id="81" name="Google Shape;81;p2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2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87" name="Shape 87"/>
        <p:cNvGrpSpPr/>
        <p:nvPr/>
      </p:nvGrpSpPr>
      <p:grpSpPr>
        <a:xfrm>
          <a:off x="0" y="0"/>
          <a:ext cx="0" cy="0"/>
          <a:chOff x="0" y="0"/>
          <a:chExt cx="0" cy="0"/>
        </a:xfrm>
      </p:grpSpPr>
      <p:sp>
        <p:nvSpPr>
          <p:cNvPr id="88" name="Google Shape;88;p2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p:nvPr>
            <p:ph idx="2" type="pic"/>
          </p:nvPr>
        </p:nvSpPr>
        <p:spPr>
          <a:xfrm>
            <a:off x="677334" y="609600"/>
            <a:ext cx="8596668" cy="3845718"/>
          </a:xfrm>
          <a:prstGeom prst="rect">
            <a:avLst/>
          </a:prstGeom>
          <a:noFill/>
          <a:ln>
            <a:noFill/>
          </a:ln>
        </p:spPr>
      </p:sp>
      <p:sp>
        <p:nvSpPr>
          <p:cNvPr id="90" name="Google Shape;90;p2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sottotitolo">
  <p:cSld name="Titolo e sottotitolo">
    <p:spTree>
      <p:nvGrpSpPr>
        <p:cNvPr id="94" name="Shape 94"/>
        <p:cNvGrpSpPr/>
        <p:nvPr/>
      </p:nvGrpSpPr>
      <p:grpSpPr>
        <a:xfrm>
          <a:off x="0" y="0"/>
          <a:ext cx="0" cy="0"/>
          <a:chOff x="0" y="0"/>
          <a:chExt cx="0" cy="0"/>
        </a:xfrm>
      </p:grpSpPr>
      <p:sp>
        <p:nvSpPr>
          <p:cNvPr id="95" name="Google Shape;95;p2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zione con didascalia">
  <p:cSld name="Citazione con didascalia">
    <p:spTree>
      <p:nvGrpSpPr>
        <p:cNvPr id="100" name="Shape 100"/>
        <p:cNvGrpSpPr/>
        <p:nvPr/>
      </p:nvGrpSpPr>
      <p:grpSpPr>
        <a:xfrm>
          <a:off x="0" y="0"/>
          <a:ext cx="0" cy="0"/>
          <a:chOff x="0" y="0"/>
          <a:chExt cx="0" cy="0"/>
        </a:xfrm>
      </p:grpSpPr>
      <p:sp>
        <p:nvSpPr>
          <p:cNvPr id="101" name="Google Shape;101;p2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
        <p:nvSpPr>
          <p:cNvPr id="107" name="Google Shape;107;p2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it-IT" sz="8000">
                <a:solidFill>
                  <a:srgbClr val="BFE471"/>
                </a:solidFill>
                <a:latin typeface="Arial"/>
                <a:ea typeface="Arial"/>
                <a:cs typeface="Arial"/>
                <a:sym typeface="Arial"/>
              </a:rPr>
              <a:t>“</a:t>
            </a:r>
            <a:endParaRPr/>
          </a:p>
        </p:txBody>
      </p:sp>
      <p:sp>
        <p:nvSpPr>
          <p:cNvPr id="108" name="Google Shape;108;p2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it-IT"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da nome">
  <p:cSld name="Scheda nome">
    <p:spTree>
      <p:nvGrpSpPr>
        <p:cNvPr id="109" name="Shape 109"/>
        <p:cNvGrpSpPr/>
        <p:nvPr/>
      </p:nvGrpSpPr>
      <p:grpSpPr>
        <a:xfrm>
          <a:off x="0" y="0"/>
          <a:ext cx="0" cy="0"/>
          <a:chOff x="0" y="0"/>
          <a:chExt cx="0" cy="0"/>
        </a:xfrm>
      </p:grpSpPr>
      <p:sp>
        <p:nvSpPr>
          <p:cNvPr id="110" name="Google Shape;110;p2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da nome citazione">
  <p:cSld name="Scheda nome citazione">
    <p:spTree>
      <p:nvGrpSpPr>
        <p:cNvPr id="115" name="Shape 115"/>
        <p:cNvGrpSpPr/>
        <p:nvPr/>
      </p:nvGrpSpPr>
      <p:grpSpPr>
        <a:xfrm>
          <a:off x="0" y="0"/>
          <a:ext cx="0" cy="0"/>
          <a:chOff x="0" y="0"/>
          <a:chExt cx="0" cy="0"/>
        </a:xfrm>
      </p:grpSpPr>
      <p:sp>
        <p:nvSpPr>
          <p:cNvPr id="116" name="Google Shape;116;p2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2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
        <p:nvSpPr>
          <p:cNvPr id="122" name="Google Shape;122;p2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it-IT" sz="8000">
                <a:solidFill>
                  <a:srgbClr val="BFE471"/>
                </a:solidFill>
                <a:latin typeface="Arial"/>
                <a:ea typeface="Arial"/>
                <a:cs typeface="Arial"/>
                <a:sym typeface="Arial"/>
              </a:rPr>
              <a:t>“</a:t>
            </a:r>
            <a:endParaRPr/>
          </a:p>
        </p:txBody>
      </p:sp>
      <p:sp>
        <p:nvSpPr>
          <p:cNvPr id="123" name="Google Shape;123;p2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it-IT"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o o falso">
  <p:cSld name="Vero o falso">
    <p:spTree>
      <p:nvGrpSpPr>
        <p:cNvPr id="124" name="Shape 124"/>
        <p:cNvGrpSpPr/>
        <p:nvPr/>
      </p:nvGrpSpPr>
      <p:grpSpPr>
        <a:xfrm>
          <a:off x="0" y="0"/>
          <a:ext cx="0" cy="0"/>
          <a:chOff x="0" y="0"/>
          <a:chExt cx="0" cy="0"/>
        </a:xfrm>
      </p:grpSpPr>
      <p:sp>
        <p:nvSpPr>
          <p:cNvPr id="125" name="Google Shape;125;p2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2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31" name="Shape 131"/>
        <p:cNvGrpSpPr/>
        <p:nvPr/>
      </p:nvGrpSpPr>
      <p:grpSpPr>
        <a:xfrm>
          <a:off x="0" y="0"/>
          <a:ext cx="0" cy="0"/>
          <a:chOff x="0" y="0"/>
          <a:chExt cx="0" cy="0"/>
        </a:xfrm>
      </p:grpSpPr>
      <p:sp>
        <p:nvSpPr>
          <p:cNvPr id="132" name="Google Shape;132;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137" name="Shape 137"/>
        <p:cNvGrpSpPr/>
        <p:nvPr/>
      </p:nvGrpSpPr>
      <p:grpSpPr>
        <a:xfrm>
          <a:off x="0" y="0"/>
          <a:ext cx="0" cy="0"/>
          <a:chOff x="0" y="0"/>
          <a:chExt cx="0" cy="0"/>
        </a:xfrm>
      </p:grpSpPr>
      <p:sp>
        <p:nvSpPr>
          <p:cNvPr id="138" name="Google Shape;138;p3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9" name="Google Shape;19;p15"/>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techonthenet.com/sql/tables/alter_table.ph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DDL - Schema/istanza di database</a:t>
            </a:r>
            <a:endParaRPr/>
          </a:p>
        </p:txBody>
      </p:sp>
      <p:sp>
        <p:nvSpPr>
          <p:cNvPr id="148" name="Google Shape;148;p1"/>
          <p:cNvSpPr txBox="1"/>
          <p:nvPr>
            <p:ph idx="1" type="body"/>
          </p:nvPr>
        </p:nvSpPr>
        <p:spPr>
          <a:xfrm>
            <a:off x="677334" y="1791855"/>
            <a:ext cx="8596668" cy="424950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La prima cosa che dovremo fare è creare un’istanza di database e in MySql lo possiamo fare con due comandi equivalenti:</a:t>
            </a:r>
            <a:endParaRPr/>
          </a:p>
          <a:p>
            <a:pPr indent="-285750" lvl="1" marL="742950" rtl="0" algn="l">
              <a:spcBef>
                <a:spcPts val="1000"/>
              </a:spcBef>
              <a:spcAft>
                <a:spcPts val="0"/>
              </a:spcAft>
              <a:buSzPts val="1280"/>
              <a:buChar char="►"/>
            </a:pPr>
            <a:r>
              <a:rPr b="1" lang="it-IT"/>
              <a:t>create schema </a:t>
            </a:r>
            <a:r>
              <a:rPr b="1" i="1" lang="it-IT"/>
              <a:t>nome_database;</a:t>
            </a:r>
            <a:endParaRPr/>
          </a:p>
          <a:p>
            <a:pPr indent="-285750" lvl="1" marL="742950" rtl="0" algn="l">
              <a:spcBef>
                <a:spcPts val="1000"/>
              </a:spcBef>
              <a:spcAft>
                <a:spcPts val="0"/>
              </a:spcAft>
              <a:buSzPts val="1280"/>
              <a:buChar char="►"/>
            </a:pPr>
            <a:r>
              <a:rPr b="1" lang="it-IT"/>
              <a:t>create database </a:t>
            </a:r>
            <a:r>
              <a:rPr b="1" i="1" lang="it-IT"/>
              <a:t>nome_database</a:t>
            </a:r>
            <a:r>
              <a:rPr b="1" lang="it-IT"/>
              <a:t>;</a:t>
            </a:r>
            <a:endParaRPr/>
          </a:p>
          <a:p>
            <a:pPr indent="-342900" lvl="0" marL="342900" rtl="0" algn="l">
              <a:spcBef>
                <a:spcPts val="1000"/>
              </a:spcBef>
              <a:spcAft>
                <a:spcPts val="0"/>
              </a:spcAft>
              <a:buSzPts val="1440"/>
              <a:buChar char="►"/>
            </a:pPr>
            <a:r>
              <a:rPr lang="it-IT"/>
              <a:t>se invece vogliamo eliminare un database/schema già creato potremo usare uno dei seguenti due comandi equivalenti:</a:t>
            </a:r>
            <a:endParaRPr/>
          </a:p>
          <a:p>
            <a:pPr indent="-285750" lvl="1" marL="742950" rtl="0" algn="l">
              <a:spcBef>
                <a:spcPts val="1000"/>
              </a:spcBef>
              <a:spcAft>
                <a:spcPts val="0"/>
              </a:spcAft>
              <a:buSzPts val="1280"/>
              <a:buChar char="►"/>
            </a:pPr>
            <a:r>
              <a:rPr b="1" lang="it-IT"/>
              <a:t>drop schema </a:t>
            </a:r>
            <a:r>
              <a:rPr b="1" i="1" lang="it-IT"/>
              <a:t>nome_database;</a:t>
            </a:r>
            <a:endParaRPr/>
          </a:p>
          <a:p>
            <a:pPr indent="-285750" lvl="1" marL="742950" rtl="0" algn="l">
              <a:spcBef>
                <a:spcPts val="1000"/>
              </a:spcBef>
              <a:spcAft>
                <a:spcPts val="0"/>
              </a:spcAft>
              <a:buSzPts val="1280"/>
              <a:buChar char="►"/>
            </a:pPr>
            <a:r>
              <a:rPr b="1" lang="it-IT"/>
              <a:t>drop database </a:t>
            </a:r>
            <a:r>
              <a:rPr b="1" i="1" lang="it-IT"/>
              <a:t>nome_database;</a:t>
            </a:r>
            <a:endParaRPr/>
          </a:p>
          <a:p>
            <a:pPr indent="-342900" lvl="0" marL="342900" rtl="0" algn="l">
              <a:spcBef>
                <a:spcPts val="1000"/>
              </a:spcBef>
              <a:spcAft>
                <a:spcPts val="0"/>
              </a:spcAft>
              <a:buSzPts val="1440"/>
              <a:buChar char="►"/>
            </a:pPr>
            <a:r>
              <a:rPr lang="it-IT"/>
              <a:t>selezionare uno schema: il nome dello schema che vogliamo usare andrebbe riportato in tutti i comandi sql mostrati nelle successive slide. Per evitare ciò si può usare il comando:</a:t>
            </a:r>
            <a:endParaRPr/>
          </a:p>
          <a:p>
            <a:pPr indent="-285750" lvl="1" marL="742950" rtl="0" algn="l">
              <a:spcBef>
                <a:spcPts val="1000"/>
              </a:spcBef>
              <a:spcAft>
                <a:spcPts val="0"/>
              </a:spcAft>
              <a:buSzPts val="1280"/>
              <a:buChar char="►"/>
            </a:pPr>
            <a:r>
              <a:rPr b="1" lang="it-IT"/>
              <a:t>use </a:t>
            </a:r>
            <a:r>
              <a:rPr b="1" i="1" lang="it-IT"/>
              <a:t>nome_database;</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DDL – Create Table</a:t>
            </a:r>
            <a:endParaRPr/>
          </a:p>
        </p:txBody>
      </p:sp>
      <p:sp>
        <p:nvSpPr>
          <p:cNvPr id="154" name="Google Shape;154;p2"/>
          <p:cNvSpPr txBox="1"/>
          <p:nvPr>
            <p:ph idx="1" type="body"/>
          </p:nvPr>
        </p:nvSpPr>
        <p:spPr>
          <a:xfrm>
            <a:off x="677334" y="1819565"/>
            <a:ext cx="8596668" cy="422179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Una volta creata e selezionata l’istanza di database/schema, andremo a creare le tabelle all’interno dello schema</a:t>
            </a:r>
            <a:endParaRPr/>
          </a:p>
          <a:p>
            <a:pPr indent="-342900" lvl="0" marL="342900" rtl="0" algn="l">
              <a:spcBef>
                <a:spcPts val="1000"/>
              </a:spcBef>
              <a:spcAft>
                <a:spcPts val="0"/>
              </a:spcAft>
              <a:buSzPts val="1440"/>
              <a:buChar char="►"/>
            </a:pPr>
            <a:r>
              <a:rPr lang="it-IT"/>
              <a:t>CREATE crea una tabella, definendone le colonne, il tipo di dato in esse contenuto, eventuali constraints.</a:t>
            </a:r>
            <a:endParaRPr/>
          </a:p>
          <a:p>
            <a:pPr indent="-342900" lvl="0" marL="342900" rtl="0" algn="l">
              <a:spcBef>
                <a:spcPts val="1000"/>
              </a:spcBef>
              <a:spcAft>
                <a:spcPts val="0"/>
              </a:spcAft>
              <a:buSzPts val="1440"/>
              <a:buChar char="►"/>
            </a:pPr>
            <a:r>
              <a:rPr lang="it-IT"/>
              <a:t>Sintassi base:</a:t>
            </a:r>
            <a:endParaRPr/>
          </a:p>
          <a:p>
            <a:pPr indent="0" lvl="1" marL="457200" rtl="0" algn="l">
              <a:spcBef>
                <a:spcPts val="1000"/>
              </a:spcBef>
              <a:spcAft>
                <a:spcPts val="0"/>
              </a:spcAft>
              <a:buSzPts val="1440"/>
              <a:buNone/>
            </a:pPr>
            <a:r>
              <a:rPr lang="it-IT" sz="1800">
                <a:solidFill>
                  <a:srgbClr val="0070C0"/>
                </a:solidFill>
              </a:rPr>
              <a:t>CREATE TABLE </a:t>
            </a:r>
            <a:r>
              <a:rPr lang="it-IT" sz="1800"/>
              <a:t>table_name (</a:t>
            </a:r>
            <a:endParaRPr/>
          </a:p>
          <a:p>
            <a:pPr indent="0" lvl="1" marL="457200" rtl="0" algn="l">
              <a:spcBef>
                <a:spcPts val="1000"/>
              </a:spcBef>
              <a:spcAft>
                <a:spcPts val="0"/>
              </a:spcAft>
              <a:buSzPts val="1440"/>
              <a:buNone/>
            </a:pPr>
            <a:r>
              <a:rPr lang="it-IT" sz="1800"/>
              <a:t>	column1 datatype,</a:t>
            </a:r>
            <a:br>
              <a:rPr lang="it-IT" sz="1800"/>
            </a:br>
            <a:r>
              <a:rPr lang="it-IT" sz="1800"/>
              <a:t>    	column2 datatype,</a:t>
            </a:r>
            <a:br>
              <a:rPr lang="it-IT" sz="1800"/>
            </a:br>
            <a:r>
              <a:rPr lang="it-IT" sz="1800"/>
              <a:t>    	column3 datatype,</a:t>
            </a:r>
            <a:br>
              <a:rPr lang="it-IT" sz="1800"/>
            </a:br>
            <a:r>
              <a:rPr lang="it-IT" sz="1800"/>
              <a:t>   	....</a:t>
            </a:r>
            <a:endParaRPr/>
          </a:p>
          <a:p>
            <a:pPr indent="0" lvl="1" marL="457200" rtl="0" algn="l">
              <a:spcBef>
                <a:spcPts val="1000"/>
              </a:spcBef>
              <a:spcAft>
                <a:spcPts val="0"/>
              </a:spcAft>
              <a:buSzPts val="1440"/>
              <a:buNone/>
            </a:pPr>
            <a:r>
              <a:rPr lang="it-IT" sz="1800"/>
              <a:t>	columnN datatype</a:t>
            </a:r>
            <a:br>
              <a:rPr lang="it-IT" sz="1800"/>
            </a:br>
            <a:r>
              <a:rPr lang="it-IT" sz="1800"/>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lang="it-IT"/>
              <a:t>Esempio</a:t>
            </a:r>
            <a:endParaRPr/>
          </a:p>
        </p:txBody>
      </p:sp>
      <p:sp>
        <p:nvSpPr>
          <p:cNvPr id="160" name="Google Shape;160;p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it-IT">
                <a:solidFill>
                  <a:srgbClr val="0070C0"/>
                </a:solidFill>
              </a:rPr>
              <a:t>CREATE TABLE </a:t>
            </a:r>
            <a:r>
              <a:rPr lang="it-IT"/>
              <a:t>anagrafica (</a:t>
            </a:r>
            <a:endParaRPr/>
          </a:p>
          <a:p>
            <a:pPr indent="0" lvl="0" marL="0" rtl="0" algn="l">
              <a:spcBef>
                <a:spcPts val="1000"/>
              </a:spcBef>
              <a:spcAft>
                <a:spcPts val="0"/>
              </a:spcAft>
              <a:buSzPts val="1440"/>
              <a:buNone/>
            </a:pPr>
            <a:r>
              <a:rPr lang="it-IT"/>
              <a:t>    nome            	</a:t>
            </a:r>
            <a:r>
              <a:rPr lang="it-IT">
                <a:solidFill>
                  <a:srgbClr val="FF0000"/>
                </a:solidFill>
              </a:rPr>
              <a:t>VARCHAR</a:t>
            </a:r>
            <a:r>
              <a:rPr lang="it-IT"/>
              <a:t>(50),</a:t>
            </a:r>
            <a:endParaRPr/>
          </a:p>
          <a:p>
            <a:pPr indent="0" lvl="0" marL="0" rtl="0" algn="l">
              <a:spcBef>
                <a:spcPts val="1000"/>
              </a:spcBef>
              <a:spcAft>
                <a:spcPts val="0"/>
              </a:spcAft>
              <a:buSzPts val="1440"/>
              <a:buNone/>
            </a:pPr>
            <a:r>
              <a:rPr lang="it-IT"/>
              <a:t>    cognome       	</a:t>
            </a:r>
            <a:r>
              <a:rPr lang="it-IT">
                <a:solidFill>
                  <a:srgbClr val="FF0000"/>
                </a:solidFill>
              </a:rPr>
              <a:t>VARCHAR</a:t>
            </a:r>
            <a:r>
              <a:rPr lang="it-IT"/>
              <a:t>(50),</a:t>
            </a:r>
            <a:endParaRPr/>
          </a:p>
          <a:p>
            <a:pPr indent="0" lvl="0" marL="0" rtl="0" algn="l">
              <a:spcBef>
                <a:spcPts val="1000"/>
              </a:spcBef>
              <a:spcAft>
                <a:spcPts val="0"/>
              </a:spcAft>
              <a:buSzPts val="1440"/>
              <a:buNone/>
            </a:pPr>
            <a:r>
              <a:rPr lang="it-IT"/>
              <a:t>    eta             	</a:t>
            </a:r>
            <a:r>
              <a:rPr lang="it-IT">
                <a:solidFill>
                  <a:srgbClr val="FF0000"/>
                </a:solidFill>
              </a:rPr>
              <a:t>INT</a:t>
            </a:r>
            <a:r>
              <a:rPr lang="it-IT"/>
              <a:t>,</a:t>
            </a:r>
            <a:endParaRPr/>
          </a:p>
          <a:p>
            <a:pPr indent="0" lvl="0" marL="0" rtl="0" algn="l">
              <a:spcBef>
                <a:spcPts val="1000"/>
              </a:spcBef>
              <a:spcAft>
                <a:spcPts val="0"/>
              </a:spcAft>
              <a:buSzPts val="1440"/>
              <a:buNone/>
            </a:pPr>
            <a:r>
              <a:rPr lang="it-IT"/>
              <a:t>    data_nascita   </a:t>
            </a:r>
            <a:r>
              <a:rPr lang="it-IT">
                <a:solidFill>
                  <a:srgbClr val="FF0000"/>
                </a:solidFill>
              </a:rPr>
              <a:t>DATETIME</a:t>
            </a:r>
            <a:r>
              <a:rPr lang="it-IT"/>
              <a:t>    </a:t>
            </a:r>
            <a:endParaRPr/>
          </a:p>
          <a:p>
            <a:pPr indent="0" lvl="0" marL="0" rtl="0" algn="l">
              <a:spcBef>
                <a:spcPts val="1000"/>
              </a:spcBef>
              <a:spcAft>
                <a:spcPts val="0"/>
              </a:spcAft>
              <a:buSzPts val="1440"/>
              <a:buNone/>
            </a:pPr>
            <a:r>
              <a:rPr lang="it-IT"/>
              <a:t>);</a:t>
            </a:r>
            <a:endParaRPr/>
          </a:p>
        </p:txBody>
      </p:sp>
      <p:graphicFrame>
        <p:nvGraphicFramePr>
          <p:cNvPr id="161" name="Google Shape;161;p3"/>
          <p:cNvGraphicFramePr/>
          <p:nvPr/>
        </p:nvGraphicFramePr>
        <p:xfrm>
          <a:off x="4923845" y="2283682"/>
          <a:ext cx="3000000" cy="3000000"/>
        </p:xfrm>
        <a:graphic>
          <a:graphicData uri="http://schemas.openxmlformats.org/drawingml/2006/table">
            <a:tbl>
              <a:tblPr firstRow="1">
                <a:noFill/>
                <a:tableStyleId>{0D727D94-3DE0-4D89-B1F8-504E79BCA7BF}</a:tableStyleId>
              </a:tblPr>
              <a:tblGrid>
                <a:gridCol w="1203400"/>
                <a:gridCol w="1203400"/>
                <a:gridCol w="1203400"/>
                <a:gridCol w="1203400"/>
              </a:tblGrid>
              <a:tr h="370850">
                <a:tc>
                  <a:txBody>
                    <a:bodyPr/>
                    <a:lstStyle/>
                    <a:p>
                      <a:pPr indent="0" lvl="0" marL="0" marR="0" rtl="0" algn="ctr">
                        <a:spcBef>
                          <a:spcPts val="0"/>
                        </a:spcBef>
                        <a:spcAft>
                          <a:spcPts val="0"/>
                        </a:spcAft>
                        <a:buNone/>
                      </a:pPr>
                      <a:r>
                        <a:rPr lang="it-IT" sz="1200" u="none" cap="none" strike="noStrike"/>
                        <a:t>NOME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COGNOME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ETA</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DATA_</a:t>
                      </a:r>
                      <a:r>
                        <a:rPr b="0" lang="it-IT" sz="1200" u="none" cap="none" strike="noStrike"/>
                        <a:t>NASCITA</a:t>
                      </a:r>
                      <a:endParaRPr/>
                    </a:p>
                  </a:txBody>
                  <a:tcPr marT="45725" marB="45725" marR="91450" marL="91450"/>
                </a:tc>
              </a:tr>
              <a:tr h="370850">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b="0" sz="12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b="0" sz="12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b="0" sz="12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b="0" sz="12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b="0" sz="12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t/>
                      </a:r>
                      <a:endParaRPr b="0" sz="1200" u="none" cap="none" strike="noStrike"/>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Se vi siete sbagliati….</a:t>
            </a:r>
            <a:endParaRPr/>
          </a:p>
        </p:txBody>
      </p:sp>
      <p:sp>
        <p:nvSpPr>
          <p:cNvPr id="167" name="Google Shape;167;p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it-IT"/>
              <a:t>DROP elimina una tabella. Attenzione che una volta droppato un oggetto non è più recuperabile!</a:t>
            </a:r>
            <a:endParaRPr/>
          </a:p>
          <a:p>
            <a:pPr indent="0" lvl="0" marL="0" rtl="0" algn="l">
              <a:spcBef>
                <a:spcPts val="1000"/>
              </a:spcBef>
              <a:spcAft>
                <a:spcPts val="0"/>
              </a:spcAft>
              <a:buSzPts val="1440"/>
              <a:buNone/>
            </a:pPr>
            <a:r>
              <a:rPr lang="it-IT">
                <a:solidFill>
                  <a:srgbClr val="0070C0"/>
                </a:solidFill>
              </a:rPr>
              <a:t>	DROP TABLE </a:t>
            </a:r>
            <a:r>
              <a:rPr lang="it-IT"/>
              <a:t>table_name;</a:t>
            </a:r>
            <a:endParaRPr/>
          </a:p>
          <a:p>
            <a:pPr indent="0" lvl="0" marL="0" rtl="0" algn="l">
              <a:spcBef>
                <a:spcPts val="1000"/>
              </a:spcBef>
              <a:spcAft>
                <a:spcPts val="0"/>
              </a:spcAft>
              <a:buSzPts val="1440"/>
              <a:buNone/>
            </a:pPr>
            <a:r>
              <a:rPr lang="it-IT"/>
              <a:t>	oppure:</a:t>
            </a:r>
            <a:endParaRPr/>
          </a:p>
          <a:p>
            <a:pPr indent="0" lvl="0" marL="0" rtl="0" algn="l">
              <a:spcBef>
                <a:spcPts val="1000"/>
              </a:spcBef>
              <a:spcAft>
                <a:spcPts val="0"/>
              </a:spcAft>
              <a:buSzPts val="1440"/>
              <a:buNone/>
            </a:pPr>
            <a:r>
              <a:rPr lang="it-IT"/>
              <a:t>	</a:t>
            </a:r>
            <a:r>
              <a:rPr lang="it-IT">
                <a:solidFill>
                  <a:srgbClr val="0070C0"/>
                </a:solidFill>
              </a:rPr>
              <a:t>DROP TABLE IF EXISTS </a:t>
            </a:r>
            <a:r>
              <a:rPr lang="it-IT"/>
              <a:t>table_name;</a:t>
            </a:r>
            <a:endParaRPr/>
          </a:p>
          <a:p>
            <a:pPr indent="-342900" lvl="0" marL="342900" rtl="0" algn="l">
              <a:spcBef>
                <a:spcPts val="1000"/>
              </a:spcBef>
              <a:spcAft>
                <a:spcPts val="0"/>
              </a:spcAft>
              <a:buSzPts val="1440"/>
              <a:buChar char="►"/>
            </a:pPr>
            <a:r>
              <a:rPr lang="it-IT"/>
              <a:t>ALTER è una clausola che si usa per modificare un’oggetto del DB(tabelle, indici, viste…). </a:t>
            </a:r>
            <a:endParaRPr/>
          </a:p>
          <a:p>
            <a:pPr indent="-342900" lvl="0" marL="342900" rtl="0" algn="l">
              <a:spcBef>
                <a:spcPts val="1000"/>
              </a:spcBef>
              <a:spcAft>
                <a:spcPts val="0"/>
              </a:spcAft>
              <a:buSzPts val="1440"/>
              <a:buChar char="►"/>
            </a:pPr>
            <a:r>
              <a:rPr lang="it-IT"/>
              <a:t>In particolare può essere usato per modificare una tabella nel numero di colonne, nel tipo delle colonne, nel nome della table…. </a:t>
            </a:r>
            <a:endParaRPr/>
          </a:p>
          <a:p>
            <a:pPr indent="-342900" lvl="0" marL="342900" rtl="0" algn="l">
              <a:spcBef>
                <a:spcPts val="1000"/>
              </a:spcBef>
              <a:spcAft>
                <a:spcPts val="0"/>
              </a:spcAft>
              <a:buSzPts val="1440"/>
              <a:buChar char="►"/>
            </a:pPr>
            <a:r>
              <a:rPr lang="it-IT"/>
              <a:t>Trovate un elenco dei possibili comandi al link qui sotto:</a:t>
            </a:r>
            <a:endParaRPr/>
          </a:p>
          <a:p>
            <a:pPr indent="0" lvl="1" marL="457200" rtl="0" algn="l">
              <a:spcBef>
                <a:spcPts val="1000"/>
              </a:spcBef>
              <a:spcAft>
                <a:spcPts val="0"/>
              </a:spcAft>
              <a:buSzPts val="1280"/>
              <a:buNone/>
            </a:pPr>
            <a:r>
              <a:rPr lang="it-IT" u="sng">
                <a:solidFill>
                  <a:srgbClr val="0070C0"/>
                </a:solidFill>
                <a:hlinkClick r:id="rId3">
                  <a:extLst>
                    <a:ext uri="{A12FA001-AC4F-418D-AE19-62706E023703}">
                      <ahyp:hlinkClr val="tx"/>
                    </a:ext>
                  </a:extLst>
                </a:hlinkClick>
              </a:rPr>
              <a:t>ALTER TABLE ....</a:t>
            </a:r>
            <a:r>
              <a:rPr lang="it-IT"/>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Tipi di Constraints</a:t>
            </a:r>
            <a:endParaRPr/>
          </a:p>
        </p:txBody>
      </p:sp>
      <p:sp>
        <p:nvSpPr>
          <p:cNvPr id="173" name="Google Shape;173;p5"/>
          <p:cNvSpPr txBox="1"/>
          <p:nvPr>
            <p:ph idx="1" type="body"/>
          </p:nvPr>
        </p:nvSpPr>
        <p:spPr>
          <a:xfrm>
            <a:off x="677334" y="1930400"/>
            <a:ext cx="8596668" cy="46468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b="1" lang="it-IT"/>
              <a:t>Vincolo di dominio </a:t>
            </a:r>
            <a:r>
              <a:rPr lang="it-IT"/>
              <a:t>− Limita la Colonna ad un determinato datatype, formato, o range di valori. Esempio ne sono le clausole NOT NULL, UNIQUE, CHECK</a:t>
            </a:r>
            <a:endParaRPr b="1"/>
          </a:p>
          <a:p>
            <a:pPr indent="-342900" lvl="0" marL="342900" rtl="0" algn="l">
              <a:spcBef>
                <a:spcPts val="1000"/>
              </a:spcBef>
              <a:spcAft>
                <a:spcPts val="0"/>
              </a:spcAft>
              <a:buSzPts val="1440"/>
              <a:buChar char="►"/>
            </a:pPr>
            <a:r>
              <a:rPr b="1" lang="it-IT"/>
              <a:t>Primary Key </a:t>
            </a:r>
            <a:r>
              <a:rPr lang="it-IT" sz="1700"/>
              <a:t>– La pk è il vincolo più importante di una tabella, è un vincolo su una colonna (o anche più colonne) che determina l’unicità e la non “nullità” delle righe. </a:t>
            </a:r>
            <a:r>
              <a:rPr b="1" lang="it-IT" sz="1700"/>
              <a:t>Permette di identificare in maniera univoca ogni riga della tabella. </a:t>
            </a:r>
            <a:r>
              <a:rPr lang="it-IT" sz="1700"/>
              <a:t>Ne consegue ovviamente che una primary key non può essere duplicata</a:t>
            </a:r>
            <a:endParaRPr b="1" sz="1700"/>
          </a:p>
          <a:p>
            <a:pPr indent="-342900" lvl="0" marL="342900" rtl="0" algn="l">
              <a:spcBef>
                <a:spcPts val="1000"/>
              </a:spcBef>
              <a:spcAft>
                <a:spcPts val="0"/>
              </a:spcAft>
              <a:buSzPts val="1440"/>
              <a:buChar char="►"/>
            </a:pPr>
            <a:r>
              <a:rPr b="1" lang="it-IT"/>
              <a:t>Foreign Key </a:t>
            </a:r>
            <a:r>
              <a:rPr lang="it-IT" sz="1700"/>
              <a:t>-  La fk è un vincolo di integrità referenziale che collega due tabelle: una foreign key dalla tabella </a:t>
            </a:r>
            <a:r>
              <a:rPr i="1" lang="it-IT" sz="1700"/>
              <a:t>A</a:t>
            </a:r>
            <a:r>
              <a:rPr lang="it-IT" sz="1700"/>
              <a:t> </a:t>
            </a:r>
            <a:r>
              <a:rPr i="1" lang="it-IT" sz="1700"/>
              <a:t>referenzia</a:t>
            </a:r>
            <a:r>
              <a:rPr lang="it-IT" sz="1700"/>
              <a:t> una tabella </a:t>
            </a:r>
            <a:r>
              <a:rPr i="1" lang="it-IT" sz="1700"/>
              <a:t>B</a:t>
            </a:r>
            <a:r>
              <a:rPr lang="it-IT" sz="1700"/>
              <a:t>, questo significa che nella tabella </a:t>
            </a:r>
            <a:r>
              <a:rPr i="1" lang="it-IT" sz="1700"/>
              <a:t>A </a:t>
            </a:r>
            <a:r>
              <a:rPr lang="it-IT" sz="1700"/>
              <a:t>ci sarà una colonna aggiuntiva che conterrà il valore della </a:t>
            </a:r>
            <a:r>
              <a:rPr i="1" lang="it-IT" sz="1700"/>
              <a:t>primary key</a:t>
            </a:r>
            <a:r>
              <a:rPr lang="it-IT" sz="1700"/>
              <a:t> della tabella </a:t>
            </a:r>
            <a:r>
              <a:rPr i="1" lang="it-IT" sz="1700"/>
              <a:t>B</a:t>
            </a:r>
            <a:r>
              <a:rPr lang="it-IT" sz="1700"/>
              <a:t>; ovviamente ne consegue che non è possibile inserire un record nella tabella </a:t>
            </a:r>
            <a:r>
              <a:rPr i="1" lang="it-IT" sz="1700"/>
              <a:t>A</a:t>
            </a:r>
            <a:r>
              <a:rPr lang="it-IT" sz="1700"/>
              <a:t> con una </a:t>
            </a:r>
            <a:r>
              <a:rPr i="1" lang="it-IT" sz="1700"/>
              <a:t>foreign key</a:t>
            </a:r>
            <a:r>
              <a:rPr lang="it-IT" sz="1700"/>
              <a:t> che referenzi un record della tabella </a:t>
            </a:r>
            <a:r>
              <a:rPr i="1" lang="it-IT" sz="1700"/>
              <a:t>B</a:t>
            </a:r>
            <a:r>
              <a:rPr lang="it-IT" sz="1700"/>
              <a:t> non ancora creato.</a:t>
            </a:r>
            <a:endParaRPr/>
          </a:p>
          <a:p>
            <a:pPr indent="-342900" lvl="0" marL="342900" rtl="0" algn="l">
              <a:spcBef>
                <a:spcPts val="1000"/>
              </a:spcBef>
              <a:spcAft>
                <a:spcPts val="0"/>
              </a:spcAft>
              <a:buSzPts val="1440"/>
              <a:buChar char="►"/>
            </a:pPr>
            <a:r>
              <a:rPr b="1" lang="it-IT"/>
              <a:t>Vincoli definiti dal business </a:t>
            </a:r>
            <a:r>
              <a:rPr lang="it-IT" sz="1700"/>
              <a:t>– Possono essere aggiunte altre regole specifiche per necessità di logica.</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677334" y="280737"/>
            <a:ext cx="8596668" cy="75397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Sintassi dei Constraints – Primary Key</a:t>
            </a:r>
            <a:endParaRPr/>
          </a:p>
        </p:txBody>
      </p:sp>
      <p:sp>
        <p:nvSpPr>
          <p:cNvPr id="179" name="Google Shape;179;p6"/>
          <p:cNvSpPr txBox="1"/>
          <p:nvPr>
            <p:ph idx="1" type="body"/>
          </p:nvPr>
        </p:nvSpPr>
        <p:spPr>
          <a:xfrm>
            <a:off x="677334" y="1500326"/>
            <a:ext cx="8596668" cy="5076937"/>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79999"/>
              <a:buChar char="►"/>
            </a:pPr>
            <a:r>
              <a:rPr lang="it-IT" sz="2100"/>
              <a:t>Sintassi per la PK:</a:t>
            </a:r>
            <a:endParaRPr/>
          </a:p>
          <a:p>
            <a:pPr indent="0" lvl="0" marL="0" rtl="0" algn="l">
              <a:spcBef>
                <a:spcPts val="1000"/>
              </a:spcBef>
              <a:spcAft>
                <a:spcPts val="0"/>
              </a:spcAft>
              <a:buSzPct val="79999"/>
              <a:buNone/>
            </a:pPr>
            <a:r>
              <a:rPr lang="it-IT"/>
              <a:t>	</a:t>
            </a:r>
            <a:r>
              <a:rPr lang="it-IT">
                <a:solidFill>
                  <a:srgbClr val="0070C0"/>
                </a:solidFill>
              </a:rPr>
              <a:t>CREATE TABLE </a:t>
            </a:r>
            <a:r>
              <a:rPr lang="it-IT"/>
              <a:t>table_name (</a:t>
            </a:r>
            <a:endParaRPr/>
          </a:p>
          <a:p>
            <a:pPr indent="0" lvl="1" marL="400050" rtl="0" algn="l">
              <a:spcBef>
                <a:spcPts val="1000"/>
              </a:spcBef>
              <a:spcAft>
                <a:spcPts val="0"/>
              </a:spcAft>
              <a:buSzPct val="80000"/>
              <a:buNone/>
            </a:pPr>
            <a:r>
              <a:rPr lang="it-IT"/>
              <a:t>    column1        	</a:t>
            </a:r>
            <a:r>
              <a:rPr lang="it-IT">
                <a:solidFill>
                  <a:srgbClr val="FF0000"/>
                </a:solidFill>
              </a:rPr>
              <a:t>VARCHAR</a:t>
            </a:r>
            <a:r>
              <a:rPr lang="it-IT"/>
              <a:t>(50),</a:t>
            </a:r>
            <a:endParaRPr/>
          </a:p>
          <a:p>
            <a:pPr indent="0" lvl="1" marL="400050" rtl="0" algn="l">
              <a:spcBef>
                <a:spcPts val="1000"/>
              </a:spcBef>
              <a:spcAft>
                <a:spcPts val="0"/>
              </a:spcAft>
              <a:buSzPct val="80000"/>
              <a:buNone/>
            </a:pPr>
            <a:r>
              <a:rPr lang="it-IT"/>
              <a:t>    column2       	</a:t>
            </a:r>
            <a:r>
              <a:rPr lang="it-IT">
                <a:solidFill>
                  <a:srgbClr val="FF0000"/>
                </a:solidFill>
              </a:rPr>
              <a:t>VARCHAR</a:t>
            </a:r>
            <a:r>
              <a:rPr lang="it-IT"/>
              <a:t>(50),</a:t>
            </a:r>
            <a:endParaRPr/>
          </a:p>
          <a:p>
            <a:pPr indent="0" lvl="1" marL="400050" rtl="0" algn="l">
              <a:spcBef>
                <a:spcPts val="1000"/>
              </a:spcBef>
              <a:spcAft>
                <a:spcPts val="0"/>
              </a:spcAft>
              <a:buSzPct val="80000"/>
              <a:buNone/>
            </a:pPr>
            <a:r>
              <a:rPr lang="it-IT"/>
              <a:t>  ...</a:t>
            </a:r>
            <a:endParaRPr/>
          </a:p>
          <a:p>
            <a:pPr indent="0" lvl="1" marL="400050" rtl="0" algn="l">
              <a:spcBef>
                <a:spcPts val="1000"/>
              </a:spcBef>
              <a:spcAft>
                <a:spcPts val="0"/>
              </a:spcAft>
              <a:buSzPct val="80000"/>
              <a:buNone/>
            </a:pPr>
            <a:r>
              <a:rPr lang="it-IT"/>
              <a:t>	</a:t>
            </a:r>
            <a:r>
              <a:rPr lang="it-IT" sz="1800">
                <a:solidFill>
                  <a:srgbClr val="0070C0"/>
                </a:solidFill>
              </a:rPr>
              <a:t>CONSTRAINT</a:t>
            </a:r>
            <a:r>
              <a:rPr lang="it-IT"/>
              <a:t> pk_columnN </a:t>
            </a:r>
            <a:r>
              <a:rPr lang="it-IT" sz="1800">
                <a:solidFill>
                  <a:srgbClr val="0070C0"/>
                </a:solidFill>
              </a:rPr>
              <a:t>PRIMARY KEY</a:t>
            </a:r>
            <a:r>
              <a:rPr lang="it-IT"/>
              <a:t> (columnN)</a:t>
            </a:r>
            <a:endParaRPr/>
          </a:p>
          <a:p>
            <a:pPr indent="0" lvl="0" marL="0" rtl="0" algn="l">
              <a:spcBef>
                <a:spcPts val="1000"/>
              </a:spcBef>
              <a:spcAft>
                <a:spcPts val="0"/>
              </a:spcAft>
              <a:buSzPct val="79999"/>
              <a:buNone/>
            </a:pPr>
            <a:r>
              <a:rPr lang="it-IT"/>
              <a:t>	);</a:t>
            </a:r>
            <a:endParaRPr/>
          </a:p>
          <a:p>
            <a:pPr indent="0" lvl="0" marL="0" rtl="0" algn="l">
              <a:spcBef>
                <a:spcPts val="1000"/>
              </a:spcBef>
              <a:spcAft>
                <a:spcPts val="0"/>
              </a:spcAft>
              <a:buSzPct val="79999"/>
              <a:buNone/>
            </a:pPr>
            <a:r>
              <a:t/>
            </a:r>
            <a:endParaRPr/>
          </a:p>
          <a:p>
            <a:pPr indent="-342900" lvl="0" marL="342900" rtl="0" algn="l">
              <a:spcBef>
                <a:spcPts val="1000"/>
              </a:spcBef>
              <a:spcAft>
                <a:spcPts val="0"/>
              </a:spcAft>
              <a:buSzPct val="79999"/>
              <a:buChar char="►"/>
            </a:pPr>
            <a:r>
              <a:rPr lang="it-IT" sz="2100"/>
              <a:t>Oppure in caso di table già esistenti:</a:t>
            </a:r>
            <a:endParaRPr/>
          </a:p>
          <a:p>
            <a:pPr indent="0" lvl="0" marL="0" rtl="0" algn="l">
              <a:spcBef>
                <a:spcPts val="1000"/>
              </a:spcBef>
              <a:spcAft>
                <a:spcPts val="0"/>
              </a:spcAft>
              <a:buSzPct val="79999"/>
              <a:buNone/>
            </a:pPr>
            <a:r>
              <a:rPr lang="it-IT"/>
              <a:t>	</a:t>
            </a:r>
            <a:r>
              <a:rPr lang="it-IT">
                <a:solidFill>
                  <a:srgbClr val="0070C0"/>
                </a:solidFill>
              </a:rPr>
              <a:t>ALTER TABLE </a:t>
            </a:r>
            <a:r>
              <a:rPr lang="it-IT"/>
              <a:t>table_name </a:t>
            </a:r>
            <a:endParaRPr/>
          </a:p>
          <a:p>
            <a:pPr indent="0" lvl="1" marL="400050" rtl="0" algn="l">
              <a:spcBef>
                <a:spcPts val="1000"/>
              </a:spcBef>
              <a:spcAft>
                <a:spcPts val="0"/>
              </a:spcAft>
              <a:buSzPct val="79999"/>
              <a:buNone/>
            </a:pPr>
            <a:r>
              <a:rPr lang="it-IT" sz="1800">
                <a:solidFill>
                  <a:srgbClr val="0070C0"/>
                </a:solidFill>
              </a:rPr>
              <a:t>	ADD CONSTRAINT</a:t>
            </a:r>
            <a:r>
              <a:rPr lang="it-IT"/>
              <a:t> </a:t>
            </a:r>
            <a:r>
              <a:rPr lang="it-IT" sz="1800">
                <a:solidFill>
                  <a:srgbClr val="0070C0"/>
                </a:solidFill>
              </a:rPr>
              <a:t>PRIMARY KEY</a:t>
            </a:r>
            <a:r>
              <a:rPr lang="it-IT"/>
              <a:t> (columnN)</a:t>
            </a:r>
            <a:endParaRPr/>
          </a:p>
          <a:p>
            <a:pPr indent="0" lvl="0" marL="0" rtl="0" algn="l">
              <a:spcBef>
                <a:spcPts val="1000"/>
              </a:spcBef>
              <a:spcAft>
                <a:spcPts val="0"/>
              </a:spcAft>
              <a:buSzPct val="79999"/>
              <a:buNone/>
            </a:pPr>
            <a:r>
              <a:rPr lang="it-IT"/>
              <a:t>	;</a:t>
            </a:r>
            <a:endParaRPr/>
          </a:p>
          <a:p>
            <a:pPr indent="0" lvl="0" marL="0" rtl="0" algn="l">
              <a:spcBef>
                <a:spcPts val="1000"/>
              </a:spcBef>
              <a:spcAft>
                <a:spcPts val="0"/>
              </a:spcAft>
              <a:buSzPct val="79999"/>
              <a:buNone/>
            </a:pPr>
            <a:r>
              <a:t/>
            </a:r>
            <a:endParaRPr/>
          </a:p>
          <a:p>
            <a:pPr indent="-342900" lvl="0" marL="342900" rtl="0" algn="l">
              <a:spcBef>
                <a:spcPts val="1000"/>
              </a:spcBef>
              <a:spcAft>
                <a:spcPts val="0"/>
              </a:spcAft>
              <a:buSzPct val="79999"/>
              <a:buChar char="►"/>
            </a:pPr>
            <a:r>
              <a:rPr lang="it-IT"/>
              <a:t>Per eliminare una PK:</a:t>
            </a:r>
            <a:endParaRPr/>
          </a:p>
          <a:p>
            <a:pPr indent="0" lvl="1" marL="457200" rtl="0" algn="l">
              <a:spcBef>
                <a:spcPts val="1000"/>
              </a:spcBef>
              <a:spcAft>
                <a:spcPts val="0"/>
              </a:spcAft>
              <a:buSzPct val="80000"/>
              <a:buNone/>
            </a:pPr>
            <a:r>
              <a:rPr lang="it-IT">
                <a:solidFill>
                  <a:srgbClr val="0070C0"/>
                </a:solidFill>
              </a:rPr>
              <a:t>ALTER TABLE </a:t>
            </a:r>
            <a:r>
              <a:rPr lang="it-IT"/>
              <a:t>table_name</a:t>
            </a:r>
            <a:endParaRPr/>
          </a:p>
          <a:p>
            <a:pPr indent="0" lvl="0" marL="0" rtl="0" algn="l">
              <a:spcBef>
                <a:spcPts val="1000"/>
              </a:spcBef>
              <a:spcAft>
                <a:spcPts val="0"/>
              </a:spcAft>
              <a:buSzPct val="79999"/>
              <a:buNone/>
            </a:pPr>
            <a:r>
              <a:rPr lang="it-IT">
                <a:solidFill>
                  <a:srgbClr val="0070C0"/>
                </a:solidFill>
              </a:rPr>
              <a:t>	DROP CONSTRAINT PRIMARY KEY</a:t>
            </a:r>
            <a:r>
              <a:rPr lang="it-IT"/>
              <a:t> ;</a:t>
            </a:r>
            <a:endParaRPr/>
          </a:p>
          <a:p>
            <a:pPr indent="-265176" lvl="0" marL="342900" rtl="0" algn="l">
              <a:spcBef>
                <a:spcPts val="1000"/>
              </a:spcBef>
              <a:spcAft>
                <a:spcPts val="0"/>
              </a:spcAft>
              <a:buSzPct val="79999"/>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600329" y="-109249"/>
            <a:ext cx="8596668" cy="78893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lang="it-IT"/>
              <a:t>Esempio di PK</a:t>
            </a:r>
            <a:endParaRPr/>
          </a:p>
        </p:txBody>
      </p:sp>
      <p:sp>
        <p:nvSpPr>
          <p:cNvPr id="186" name="Google Shape;186;p7"/>
          <p:cNvSpPr txBox="1"/>
          <p:nvPr>
            <p:ph idx="1" type="body"/>
          </p:nvPr>
        </p:nvSpPr>
        <p:spPr>
          <a:xfrm>
            <a:off x="112543" y="1954247"/>
            <a:ext cx="4756726" cy="12198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it-IT">
                <a:solidFill>
                  <a:srgbClr val="0070C0"/>
                </a:solidFill>
              </a:rPr>
              <a:t>INSERT INTO </a:t>
            </a:r>
            <a:r>
              <a:rPr lang="it-IT"/>
              <a:t>anagraficaConPk</a:t>
            </a:r>
            <a:endParaRPr/>
          </a:p>
          <a:p>
            <a:pPr indent="0" lvl="0" marL="0" rtl="0" algn="l">
              <a:spcBef>
                <a:spcPts val="1000"/>
              </a:spcBef>
              <a:spcAft>
                <a:spcPts val="0"/>
              </a:spcAft>
              <a:buSzPts val="1440"/>
              <a:buNone/>
            </a:pPr>
            <a:r>
              <a:rPr lang="it-IT"/>
              <a:t>(id_utente,nome,cognome,eta) </a:t>
            </a:r>
            <a:endParaRPr/>
          </a:p>
          <a:p>
            <a:pPr indent="0" lvl="0" marL="0" rtl="0" algn="l">
              <a:spcBef>
                <a:spcPts val="1000"/>
              </a:spcBef>
              <a:spcAft>
                <a:spcPts val="0"/>
              </a:spcAft>
              <a:buSzPts val="1440"/>
              <a:buNone/>
            </a:pPr>
            <a:r>
              <a:rPr lang="it-IT">
                <a:solidFill>
                  <a:srgbClr val="0070C0"/>
                </a:solidFill>
              </a:rPr>
              <a:t>VALUES</a:t>
            </a:r>
            <a:r>
              <a:rPr lang="it-IT"/>
              <a:t> (5,’Alvaro’,’Vitali’,70);</a:t>
            </a:r>
            <a:endParaRPr/>
          </a:p>
        </p:txBody>
      </p:sp>
      <p:graphicFrame>
        <p:nvGraphicFramePr>
          <p:cNvPr id="187" name="Google Shape;187;p7"/>
          <p:cNvGraphicFramePr/>
          <p:nvPr/>
        </p:nvGraphicFramePr>
        <p:xfrm>
          <a:off x="2053884" y="572330"/>
          <a:ext cx="3000000" cy="3000000"/>
        </p:xfrm>
        <a:graphic>
          <a:graphicData uri="http://schemas.openxmlformats.org/drawingml/2006/table">
            <a:tbl>
              <a:tblPr firstRow="1">
                <a:noFill/>
                <a:tableStyleId>{0D727D94-3DE0-4D89-B1F8-504E79BCA7BF}</a:tableStyleId>
              </a:tblPr>
              <a:tblGrid>
                <a:gridCol w="1302675"/>
                <a:gridCol w="1302675"/>
                <a:gridCol w="1302675"/>
                <a:gridCol w="1302675"/>
                <a:gridCol w="1302675"/>
              </a:tblGrid>
              <a:tr h="370850">
                <a:tc>
                  <a:txBody>
                    <a:bodyPr/>
                    <a:lstStyle/>
                    <a:p>
                      <a:pPr indent="0" lvl="0" marL="0" marR="0" rtl="0" algn="ctr">
                        <a:spcBef>
                          <a:spcPts val="0"/>
                        </a:spcBef>
                        <a:spcAft>
                          <a:spcPts val="0"/>
                        </a:spcAft>
                        <a:buNone/>
                      </a:pPr>
                      <a:r>
                        <a:rPr lang="it-IT" sz="1200" u="none" cap="none" strike="noStrike"/>
                        <a:t>ID_UTENTE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NOME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COGNOME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ETA</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DATA_NASCITA</a:t>
                      </a:r>
                      <a:endParaRPr/>
                    </a:p>
                  </a:txBody>
                  <a:tcPr marT="45725" marB="45725" marR="91450" marL="91450"/>
                </a:tc>
              </a:tr>
              <a:tr h="370850">
                <a:tc>
                  <a:txBody>
                    <a:bodyPr/>
                    <a:lstStyle/>
                    <a:p>
                      <a:pPr indent="0" lvl="0" marL="0" marR="0" rtl="0" algn="ctr">
                        <a:spcBef>
                          <a:spcPts val="0"/>
                        </a:spcBef>
                        <a:spcAft>
                          <a:spcPts val="0"/>
                        </a:spcAft>
                        <a:buNone/>
                      </a:pPr>
                      <a:r>
                        <a:rPr lang="it-IT" sz="1200" u="none" cap="none" strike="noStrike"/>
                        <a:t>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Mario</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Rossi</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25</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NULL</a:t>
                      </a:r>
                      <a:endParaRPr/>
                    </a:p>
                  </a:txBody>
                  <a:tcPr marT="45725" marB="45725" marR="91450" marL="91450"/>
                </a:tc>
              </a:tr>
              <a:tr h="370850">
                <a:tc>
                  <a:txBody>
                    <a:bodyPr/>
                    <a:lstStyle/>
                    <a:p>
                      <a:pPr indent="0" lvl="0" marL="0" marR="0" rtl="0" algn="ctr">
                        <a:spcBef>
                          <a:spcPts val="0"/>
                        </a:spcBef>
                        <a:spcAft>
                          <a:spcPts val="0"/>
                        </a:spcAft>
                        <a:buNone/>
                      </a:pPr>
                      <a:r>
                        <a:rPr lang="it-IT" sz="1200" u="none" cap="none" strike="noStrike"/>
                        <a:t>5</a:t>
                      </a:r>
                      <a:endParaRPr sz="1200" u="none" cap="none" strike="noStrike"/>
                    </a:p>
                  </a:txBody>
                  <a:tcPr marT="45725" marB="45725" marR="91450" marL="91450"/>
                </a:tc>
                <a:tc>
                  <a:txBody>
                    <a:bodyPr/>
                    <a:lstStyle/>
                    <a:p>
                      <a:pPr indent="0" lvl="0" marL="0" marR="0" rtl="0" algn="ctr">
                        <a:spcBef>
                          <a:spcPts val="0"/>
                        </a:spcBef>
                        <a:spcAft>
                          <a:spcPts val="0"/>
                        </a:spcAft>
                        <a:buNone/>
                      </a:pPr>
                      <a:r>
                        <a:rPr lang="it-IT" sz="1200" u="none" cap="none" strike="noStrike"/>
                        <a:t>Pippo</a:t>
                      </a:r>
                      <a:endParaRPr sz="1200" u="none" cap="none" strike="noStrike"/>
                    </a:p>
                  </a:txBody>
                  <a:tcPr marT="45725" marB="45725" marR="91450" marL="91450"/>
                </a:tc>
                <a:tc>
                  <a:txBody>
                    <a:bodyPr/>
                    <a:lstStyle/>
                    <a:p>
                      <a:pPr indent="0" lvl="0" marL="0" marR="0" rtl="0" algn="ctr">
                        <a:spcBef>
                          <a:spcPts val="0"/>
                        </a:spcBef>
                        <a:spcAft>
                          <a:spcPts val="0"/>
                        </a:spcAft>
                        <a:buNone/>
                      </a:pPr>
                      <a:r>
                        <a:rPr lang="it-IT" sz="1200" u="none" cap="none" strike="noStrike"/>
                        <a:t>Baudo</a:t>
                      </a:r>
                      <a:endParaRPr sz="1200" u="none" cap="none" strike="noStrike"/>
                    </a:p>
                  </a:txBody>
                  <a:tcPr marT="45725" marB="45725" marR="91450" marL="91450"/>
                </a:tc>
                <a:tc>
                  <a:txBody>
                    <a:bodyPr/>
                    <a:lstStyle/>
                    <a:p>
                      <a:pPr indent="0" lvl="0" marL="0" marR="0" rtl="0" algn="ctr">
                        <a:spcBef>
                          <a:spcPts val="0"/>
                        </a:spcBef>
                        <a:spcAft>
                          <a:spcPts val="0"/>
                        </a:spcAft>
                        <a:buNone/>
                      </a:pPr>
                      <a:r>
                        <a:rPr lang="it-IT" sz="1200" u="none" cap="none" strike="noStrike"/>
                        <a:t>32</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NULL</a:t>
                      </a:r>
                      <a:endParaRPr/>
                    </a:p>
                  </a:txBody>
                  <a:tcPr marT="45725" marB="45725" marR="91450" marL="91450"/>
                </a:tc>
              </a:tr>
            </a:tbl>
          </a:graphicData>
        </a:graphic>
      </p:graphicFrame>
      <p:sp>
        <p:nvSpPr>
          <p:cNvPr id="188" name="Google Shape;188;p7"/>
          <p:cNvSpPr/>
          <p:nvPr/>
        </p:nvSpPr>
        <p:spPr>
          <a:xfrm>
            <a:off x="4345452" y="2200301"/>
            <a:ext cx="1038688" cy="426128"/>
          </a:xfrm>
          <a:prstGeom prst="rightArrow">
            <a:avLst>
              <a:gd fmla="val 50000" name="adj1"/>
              <a:gd fmla="val 50000" name="adj2"/>
            </a:avLst>
          </a:prstGeom>
          <a:solidFill>
            <a:srgbClr val="FF0000"/>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it-IT" sz="1800" u="none" cap="none" strike="noStrike">
                <a:solidFill>
                  <a:schemeClr val="lt1"/>
                </a:solidFill>
                <a:latin typeface="Trebuchet MS"/>
                <a:ea typeface="Trebuchet MS"/>
                <a:cs typeface="Trebuchet MS"/>
                <a:sym typeface="Trebuchet MS"/>
              </a:rPr>
              <a:t>KO</a:t>
            </a:r>
            <a:endParaRPr/>
          </a:p>
        </p:txBody>
      </p:sp>
      <p:sp>
        <p:nvSpPr>
          <p:cNvPr id="189" name="Google Shape;189;p7"/>
          <p:cNvSpPr txBox="1"/>
          <p:nvPr/>
        </p:nvSpPr>
        <p:spPr>
          <a:xfrm>
            <a:off x="5655734" y="1954247"/>
            <a:ext cx="36121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800" u="none" cap="none" strike="noStrike">
                <a:solidFill>
                  <a:srgbClr val="FF0000"/>
                </a:solidFill>
                <a:latin typeface="Trebuchet MS"/>
                <a:ea typeface="Trebuchet MS"/>
                <a:cs typeface="Trebuchet MS"/>
                <a:sym typeface="Trebuchet MS"/>
              </a:rPr>
              <a:t>Error Code 1062: Duplicate entry ‘5’ for key ‘PRIMARY’</a:t>
            </a:r>
            <a:endParaRPr sz="1800">
              <a:solidFill>
                <a:srgbClr val="FF0000"/>
              </a:solidFill>
              <a:latin typeface="Trebuchet MS"/>
              <a:ea typeface="Trebuchet MS"/>
              <a:cs typeface="Trebuchet MS"/>
              <a:sym typeface="Trebuchet MS"/>
            </a:endParaRPr>
          </a:p>
        </p:txBody>
      </p:sp>
      <p:sp>
        <p:nvSpPr>
          <p:cNvPr id="190" name="Google Shape;190;p7"/>
          <p:cNvSpPr txBox="1"/>
          <p:nvPr/>
        </p:nvSpPr>
        <p:spPr>
          <a:xfrm>
            <a:off x="112543" y="3539605"/>
            <a:ext cx="4742669" cy="12198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0" lang="it-IT" sz="1800" u="none">
                <a:solidFill>
                  <a:srgbClr val="0070C0"/>
                </a:solidFill>
                <a:latin typeface="Trebuchet MS"/>
                <a:ea typeface="Trebuchet MS"/>
                <a:cs typeface="Trebuchet MS"/>
                <a:sym typeface="Trebuchet MS"/>
              </a:rPr>
              <a:t>INSERT INTO </a:t>
            </a:r>
            <a:r>
              <a:rPr b="0" lang="it-IT" sz="1800" u="none">
                <a:solidFill>
                  <a:srgbClr val="3F3F3F"/>
                </a:solidFill>
                <a:latin typeface="Trebuchet MS"/>
                <a:ea typeface="Trebuchet MS"/>
                <a:cs typeface="Trebuchet MS"/>
                <a:sym typeface="Trebuchet MS"/>
              </a:rPr>
              <a:t>anagraficaConPk</a:t>
            </a:r>
            <a:endParaRPr b="0" sz="1800" u="none">
              <a:solidFill>
                <a:srgbClr val="3F3F3F"/>
              </a:solidFill>
              <a:latin typeface="Trebuchet MS"/>
              <a:ea typeface="Trebuchet MS"/>
              <a:cs typeface="Trebuchet MS"/>
              <a:sym typeface="Trebuchet MS"/>
            </a:endParaRPr>
          </a:p>
          <a:p>
            <a:pPr indent="0" lvl="0" marL="0" marR="0" rtl="0" algn="l">
              <a:spcBef>
                <a:spcPts val="1000"/>
              </a:spcBef>
              <a:spcAft>
                <a:spcPts val="0"/>
              </a:spcAft>
              <a:buClr>
                <a:schemeClr val="accent1"/>
              </a:buClr>
              <a:buSzPts val="1440"/>
              <a:buFont typeface="Noto Sans Symbols"/>
              <a:buNone/>
            </a:pPr>
            <a:r>
              <a:rPr b="0" lang="it-IT" sz="1800" u="none">
                <a:solidFill>
                  <a:srgbClr val="3F3F3F"/>
                </a:solidFill>
                <a:latin typeface="Trebuchet MS"/>
                <a:ea typeface="Trebuchet MS"/>
                <a:cs typeface="Trebuchet MS"/>
                <a:sym typeface="Trebuchet MS"/>
              </a:rPr>
              <a:t>(id_utente,nome,cognome,eta) </a:t>
            </a:r>
            <a:endParaRPr/>
          </a:p>
          <a:p>
            <a:pPr indent="0" lvl="0" marL="0" marR="0" rtl="0" algn="l">
              <a:spcBef>
                <a:spcPts val="1000"/>
              </a:spcBef>
              <a:spcAft>
                <a:spcPts val="0"/>
              </a:spcAft>
              <a:buClr>
                <a:schemeClr val="accent1"/>
              </a:buClr>
              <a:buSzPts val="1440"/>
              <a:buFont typeface="Noto Sans Symbols"/>
              <a:buNone/>
            </a:pPr>
            <a:r>
              <a:rPr b="0" lang="it-IT" sz="1800" u="none">
                <a:solidFill>
                  <a:srgbClr val="0070C0"/>
                </a:solidFill>
                <a:latin typeface="Trebuchet MS"/>
                <a:ea typeface="Trebuchet MS"/>
                <a:cs typeface="Trebuchet MS"/>
                <a:sym typeface="Trebuchet MS"/>
              </a:rPr>
              <a:t>VALUES</a:t>
            </a:r>
            <a:r>
              <a:rPr b="0" lang="it-IT" sz="1800" u="none">
                <a:solidFill>
                  <a:srgbClr val="3F3F3F"/>
                </a:solidFill>
                <a:latin typeface="Trebuchet MS"/>
                <a:ea typeface="Trebuchet MS"/>
                <a:cs typeface="Trebuchet MS"/>
                <a:sym typeface="Trebuchet MS"/>
              </a:rPr>
              <a:t> (null,’Alvaro’,’Vitali’,70);</a:t>
            </a:r>
            <a:endParaRPr/>
          </a:p>
        </p:txBody>
      </p:sp>
      <p:sp>
        <p:nvSpPr>
          <p:cNvPr id="191" name="Google Shape;191;p7"/>
          <p:cNvSpPr/>
          <p:nvPr/>
        </p:nvSpPr>
        <p:spPr>
          <a:xfrm>
            <a:off x="4335868" y="3934707"/>
            <a:ext cx="1038688" cy="426128"/>
          </a:xfrm>
          <a:prstGeom prst="rightArrow">
            <a:avLst>
              <a:gd fmla="val 50000" name="adj1"/>
              <a:gd fmla="val 50000" name="adj2"/>
            </a:avLst>
          </a:prstGeom>
          <a:solidFill>
            <a:srgbClr val="FF0000"/>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800">
                <a:solidFill>
                  <a:schemeClr val="lt1"/>
                </a:solidFill>
                <a:latin typeface="Trebuchet MS"/>
                <a:ea typeface="Trebuchet MS"/>
                <a:cs typeface="Trebuchet MS"/>
                <a:sym typeface="Trebuchet MS"/>
              </a:rPr>
              <a:t>KO</a:t>
            </a:r>
            <a:endParaRPr/>
          </a:p>
        </p:txBody>
      </p:sp>
      <p:sp>
        <p:nvSpPr>
          <p:cNvPr id="192" name="Google Shape;192;p7"/>
          <p:cNvSpPr txBox="1"/>
          <p:nvPr/>
        </p:nvSpPr>
        <p:spPr>
          <a:xfrm>
            <a:off x="5597237" y="3824605"/>
            <a:ext cx="401781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rgbClr val="FF0000"/>
                </a:solidFill>
                <a:latin typeface="Trebuchet MS"/>
                <a:ea typeface="Trebuchet MS"/>
                <a:cs typeface="Trebuchet MS"/>
                <a:sym typeface="Trebuchet MS"/>
              </a:rPr>
              <a:t>Errore Code 1048: column ‘id_utente’ cannot be null</a:t>
            </a:r>
            <a:endParaRPr sz="1800">
              <a:solidFill>
                <a:srgbClr val="FF0000"/>
              </a:solidFill>
              <a:latin typeface="Trebuchet MS"/>
              <a:ea typeface="Trebuchet MS"/>
              <a:cs typeface="Trebuchet MS"/>
              <a:sym typeface="Trebuchet MS"/>
            </a:endParaRPr>
          </a:p>
        </p:txBody>
      </p:sp>
      <p:sp>
        <p:nvSpPr>
          <p:cNvPr id="193" name="Google Shape;193;p7"/>
          <p:cNvSpPr txBox="1"/>
          <p:nvPr/>
        </p:nvSpPr>
        <p:spPr>
          <a:xfrm>
            <a:off x="161417" y="5154591"/>
            <a:ext cx="4184035" cy="142873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0" lang="it-IT" sz="1800" u="none">
                <a:solidFill>
                  <a:srgbClr val="0070C0"/>
                </a:solidFill>
                <a:latin typeface="Trebuchet MS"/>
                <a:ea typeface="Trebuchet MS"/>
                <a:cs typeface="Trebuchet MS"/>
                <a:sym typeface="Trebuchet MS"/>
              </a:rPr>
              <a:t>INSERT INTO </a:t>
            </a:r>
            <a:r>
              <a:rPr b="0" lang="it-IT" sz="1800" u="none">
                <a:solidFill>
                  <a:srgbClr val="3F3F3F"/>
                </a:solidFill>
                <a:latin typeface="Trebuchet MS"/>
                <a:ea typeface="Trebuchet MS"/>
                <a:cs typeface="Trebuchet MS"/>
                <a:sym typeface="Trebuchet MS"/>
              </a:rPr>
              <a:t>anagraficaConPk</a:t>
            </a:r>
            <a:endParaRPr b="0" sz="1800" u="none">
              <a:solidFill>
                <a:srgbClr val="3F3F3F"/>
              </a:solidFill>
              <a:latin typeface="Trebuchet MS"/>
              <a:ea typeface="Trebuchet MS"/>
              <a:cs typeface="Trebuchet MS"/>
              <a:sym typeface="Trebuchet MS"/>
            </a:endParaRPr>
          </a:p>
          <a:p>
            <a:pPr indent="0" lvl="0" marL="0" marR="0" rtl="0" algn="l">
              <a:spcBef>
                <a:spcPts val="1000"/>
              </a:spcBef>
              <a:spcAft>
                <a:spcPts val="0"/>
              </a:spcAft>
              <a:buClr>
                <a:schemeClr val="accent1"/>
              </a:buClr>
              <a:buSzPts val="1440"/>
              <a:buFont typeface="Noto Sans Symbols"/>
              <a:buNone/>
            </a:pPr>
            <a:r>
              <a:rPr b="0" lang="it-IT" sz="1800" u="none">
                <a:solidFill>
                  <a:srgbClr val="3F3F3F"/>
                </a:solidFill>
                <a:latin typeface="Trebuchet MS"/>
                <a:ea typeface="Trebuchet MS"/>
                <a:cs typeface="Trebuchet MS"/>
                <a:sym typeface="Trebuchet MS"/>
              </a:rPr>
              <a:t>(id_utente,nome,cognome,eta) </a:t>
            </a:r>
            <a:endParaRPr/>
          </a:p>
          <a:p>
            <a:pPr indent="0" lvl="0" marL="0" marR="0" rtl="0" algn="l">
              <a:spcBef>
                <a:spcPts val="1000"/>
              </a:spcBef>
              <a:spcAft>
                <a:spcPts val="0"/>
              </a:spcAft>
              <a:buClr>
                <a:schemeClr val="accent1"/>
              </a:buClr>
              <a:buSzPts val="1440"/>
              <a:buFont typeface="Noto Sans Symbols"/>
              <a:buNone/>
            </a:pPr>
            <a:r>
              <a:rPr b="0" lang="it-IT" sz="1800" u="none">
                <a:solidFill>
                  <a:srgbClr val="0070C0"/>
                </a:solidFill>
                <a:latin typeface="Trebuchet MS"/>
                <a:ea typeface="Trebuchet MS"/>
                <a:cs typeface="Trebuchet MS"/>
                <a:sym typeface="Trebuchet MS"/>
              </a:rPr>
              <a:t>VALUES</a:t>
            </a:r>
            <a:r>
              <a:rPr b="0" lang="it-IT" sz="1800" u="none">
                <a:solidFill>
                  <a:srgbClr val="3F3F3F"/>
                </a:solidFill>
                <a:latin typeface="Trebuchet MS"/>
                <a:ea typeface="Trebuchet MS"/>
                <a:cs typeface="Trebuchet MS"/>
                <a:sym typeface="Trebuchet MS"/>
              </a:rPr>
              <a:t> (10,’Alvaro’,’Vitali’,70);</a:t>
            </a:r>
            <a:endParaRPr/>
          </a:p>
        </p:txBody>
      </p:sp>
      <p:graphicFrame>
        <p:nvGraphicFramePr>
          <p:cNvPr id="194" name="Google Shape;194;p7"/>
          <p:cNvGraphicFramePr/>
          <p:nvPr/>
        </p:nvGraphicFramePr>
        <p:xfrm>
          <a:off x="5661910" y="5099961"/>
          <a:ext cx="3000000" cy="3000000"/>
        </p:xfrm>
        <a:graphic>
          <a:graphicData uri="http://schemas.openxmlformats.org/drawingml/2006/table">
            <a:tbl>
              <a:tblPr firstRow="1">
                <a:noFill/>
                <a:tableStyleId>{0D727D94-3DE0-4D89-B1F8-504E79BCA7BF}</a:tableStyleId>
              </a:tblPr>
              <a:tblGrid>
                <a:gridCol w="1228175"/>
                <a:gridCol w="1228175"/>
                <a:gridCol w="1228175"/>
                <a:gridCol w="1228175"/>
                <a:gridCol w="1228175"/>
              </a:tblGrid>
              <a:tr h="370850">
                <a:tc>
                  <a:txBody>
                    <a:bodyPr/>
                    <a:lstStyle/>
                    <a:p>
                      <a:pPr indent="0" lvl="0" marL="0" marR="0" rtl="0" algn="ctr">
                        <a:spcBef>
                          <a:spcPts val="0"/>
                        </a:spcBef>
                        <a:spcAft>
                          <a:spcPts val="0"/>
                        </a:spcAft>
                        <a:buNone/>
                      </a:pPr>
                      <a:r>
                        <a:rPr lang="it-IT" sz="1200" u="none" cap="none" strike="noStrike"/>
                        <a:t>ID_UTENTE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NOME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COGNOME</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ETA</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DATA_NASCITA</a:t>
                      </a:r>
                      <a:endParaRPr/>
                    </a:p>
                  </a:txBody>
                  <a:tcPr marT="45725" marB="45725" marR="91450" marL="91450"/>
                </a:tc>
              </a:tr>
              <a:tr h="370850">
                <a:tc>
                  <a:txBody>
                    <a:bodyPr/>
                    <a:lstStyle/>
                    <a:p>
                      <a:pPr indent="0" lvl="0" marL="0" marR="0" rtl="0" algn="ctr">
                        <a:spcBef>
                          <a:spcPts val="0"/>
                        </a:spcBef>
                        <a:spcAft>
                          <a:spcPts val="0"/>
                        </a:spcAft>
                        <a:buNone/>
                      </a:pPr>
                      <a:r>
                        <a:rPr lang="it-IT" sz="1200" u="none" cap="none" strike="noStrike"/>
                        <a:t>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Mario</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Rossi</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25</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NULL</a:t>
                      </a:r>
                      <a:endParaRPr/>
                    </a:p>
                  </a:txBody>
                  <a:tcPr marT="45725" marB="45725" marR="91450" marL="91450"/>
                </a:tc>
              </a:tr>
              <a:tr h="370850">
                <a:tc>
                  <a:txBody>
                    <a:bodyPr/>
                    <a:lstStyle/>
                    <a:p>
                      <a:pPr indent="0" lvl="0" marL="0" marR="0" rtl="0" algn="ctr">
                        <a:spcBef>
                          <a:spcPts val="0"/>
                        </a:spcBef>
                        <a:spcAft>
                          <a:spcPts val="0"/>
                        </a:spcAft>
                        <a:buNone/>
                      </a:pPr>
                      <a:r>
                        <a:rPr lang="it-IT" sz="1200" u="none" cap="none" strike="noStrike"/>
                        <a:t>5</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Pippo</a:t>
                      </a:r>
                      <a:endParaRPr sz="1200" u="none" cap="none" strike="noStrike"/>
                    </a:p>
                  </a:txBody>
                  <a:tcPr marT="45725" marB="45725" marR="91450" marL="91450"/>
                </a:tc>
                <a:tc>
                  <a:txBody>
                    <a:bodyPr/>
                    <a:lstStyle/>
                    <a:p>
                      <a:pPr indent="0" lvl="0" marL="0" marR="0" rtl="0" algn="ctr">
                        <a:spcBef>
                          <a:spcPts val="0"/>
                        </a:spcBef>
                        <a:spcAft>
                          <a:spcPts val="0"/>
                        </a:spcAft>
                        <a:buNone/>
                      </a:pPr>
                      <a:r>
                        <a:rPr lang="it-IT" sz="1200" u="none" cap="none" strike="noStrike"/>
                        <a:t>Baudo</a:t>
                      </a:r>
                      <a:endParaRPr sz="1200" u="none" cap="none" strike="noStrike"/>
                    </a:p>
                  </a:txBody>
                  <a:tcPr marT="45725" marB="45725" marR="91450" marL="91450"/>
                </a:tc>
                <a:tc>
                  <a:txBody>
                    <a:bodyPr/>
                    <a:lstStyle/>
                    <a:p>
                      <a:pPr indent="0" lvl="0" marL="0" marR="0" rtl="0" algn="ctr">
                        <a:spcBef>
                          <a:spcPts val="0"/>
                        </a:spcBef>
                        <a:spcAft>
                          <a:spcPts val="0"/>
                        </a:spcAft>
                        <a:buNone/>
                      </a:pPr>
                      <a:r>
                        <a:rPr lang="it-IT" sz="1200" u="none" cap="none" strike="noStrike"/>
                        <a:t>32</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NULL</a:t>
                      </a:r>
                      <a:endParaRPr/>
                    </a:p>
                  </a:txBody>
                  <a:tcPr marT="45725" marB="45725" marR="91450" marL="91450"/>
                </a:tc>
              </a:tr>
              <a:tr h="370850">
                <a:tc>
                  <a:txBody>
                    <a:bodyPr/>
                    <a:lstStyle/>
                    <a:p>
                      <a:pPr indent="0" lvl="0" marL="0" marR="0" rtl="0" algn="ctr">
                        <a:spcBef>
                          <a:spcPts val="0"/>
                        </a:spcBef>
                        <a:spcAft>
                          <a:spcPts val="0"/>
                        </a:spcAft>
                        <a:buNone/>
                      </a:pPr>
                      <a:r>
                        <a:rPr lang="it-IT" sz="1200" u="none" cap="none" strike="noStrike"/>
                        <a:t>10</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Alvaro</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Vitali</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70</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NULL</a:t>
                      </a:r>
                      <a:endParaRPr/>
                    </a:p>
                  </a:txBody>
                  <a:tcPr marT="45725" marB="45725" marR="91450" marL="91450"/>
                </a:tc>
              </a:tr>
            </a:tbl>
          </a:graphicData>
        </a:graphic>
      </p:graphicFrame>
      <p:sp>
        <p:nvSpPr>
          <p:cNvPr id="195" name="Google Shape;195;p7"/>
          <p:cNvSpPr/>
          <p:nvPr/>
        </p:nvSpPr>
        <p:spPr>
          <a:xfrm>
            <a:off x="4292766" y="5636825"/>
            <a:ext cx="1038688" cy="426128"/>
          </a:xfrm>
          <a:prstGeom prst="rightArrow">
            <a:avLst>
              <a:gd fmla="val 50000" name="adj1"/>
              <a:gd fmla="val 50000" name="adj2"/>
            </a:avLst>
          </a:prstGeom>
          <a:solidFill>
            <a:srgbClr val="92D050"/>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800">
                <a:solidFill>
                  <a:schemeClr val="lt1"/>
                </a:solidFill>
                <a:latin typeface="Trebuchet MS"/>
                <a:ea typeface="Trebuchet MS"/>
                <a:cs typeface="Trebuchet MS"/>
                <a:sym typeface="Trebuchet MS"/>
              </a:rPr>
              <a:t>OK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Primary key </a:t>
            </a:r>
            <a:r>
              <a:rPr i="1" lang="it-IT"/>
              <a:t>naturali </a:t>
            </a:r>
            <a:r>
              <a:rPr lang="it-IT"/>
              <a:t>e </a:t>
            </a:r>
            <a:r>
              <a:rPr i="1" lang="it-IT"/>
              <a:t>aggiunte</a:t>
            </a:r>
            <a:endParaRPr/>
          </a:p>
        </p:txBody>
      </p:sp>
      <p:sp>
        <p:nvSpPr>
          <p:cNvPr id="201" name="Google Shape;201;p8"/>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Pk </a:t>
            </a:r>
            <a:r>
              <a:rPr i="1" lang="it-IT"/>
              <a:t>naturale: </a:t>
            </a:r>
            <a:r>
              <a:rPr lang="it-IT"/>
              <a:t>quando usiamo come pk, una o più colonne che già fanno parte </a:t>
            </a:r>
            <a:r>
              <a:rPr i="1" lang="it-IT"/>
              <a:t>naturalmente</a:t>
            </a:r>
            <a:r>
              <a:rPr lang="it-IT"/>
              <a:t> della nostra tabella</a:t>
            </a:r>
            <a:endParaRPr/>
          </a:p>
        </p:txBody>
      </p:sp>
      <p:sp>
        <p:nvSpPr>
          <p:cNvPr id="202" name="Google Shape;202;p8"/>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pk </a:t>
            </a:r>
            <a:r>
              <a:rPr i="1" lang="it-IT"/>
              <a:t>aggiunta</a:t>
            </a:r>
            <a:r>
              <a:rPr lang="it-IT"/>
              <a:t>: quando usiamo come pk una colonna che non faceva parte </a:t>
            </a:r>
            <a:r>
              <a:rPr i="1" lang="it-IT"/>
              <a:t>naturalmente</a:t>
            </a:r>
            <a:r>
              <a:rPr lang="it-IT"/>
              <a:t> della nostra tabella ma che è stata aggiunta appositamente per fungere da pk:</a:t>
            </a:r>
            <a:endParaRPr/>
          </a:p>
          <a:p>
            <a:pPr indent="-285750" lvl="1" marL="742950" rtl="0" algn="l">
              <a:spcBef>
                <a:spcPts val="1000"/>
              </a:spcBef>
              <a:spcAft>
                <a:spcPts val="0"/>
              </a:spcAft>
              <a:buSzPts val="1280"/>
              <a:buChar char="►"/>
            </a:pPr>
            <a:r>
              <a:rPr i="1" lang="it-IT"/>
              <a:t>auto_increment</a:t>
            </a:r>
            <a:r>
              <a:rPr lang="it-IT"/>
              <a:t> o </a:t>
            </a:r>
            <a:r>
              <a:rPr i="1" lang="it-IT"/>
              <a:t>sequence:</a:t>
            </a:r>
            <a:endParaRPr/>
          </a:p>
          <a:p>
            <a:pPr indent="0" lvl="1" marL="457200" rtl="0" algn="l">
              <a:spcBef>
                <a:spcPts val="1000"/>
              </a:spcBef>
              <a:spcAft>
                <a:spcPts val="0"/>
              </a:spcAft>
              <a:buSzPts val="1280"/>
              <a:buNone/>
            </a:pPr>
            <a:r>
              <a:t/>
            </a:r>
            <a:endParaRPr i="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 Primary key auto-increment</a:t>
            </a:r>
            <a:endParaRPr/>
          </a:p>
        </p:txBody>
      </p:sp>
      <p:sp>
        <p:nvSpPr>
          <p:cNvPr id="208" name="Google Shape;208;p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create table anagraficaConPk (	id_utente int primary key auto_increment,…</a:t>
            </a:r>
            <a:endParaRPr/>
          </a:p>
          <a:p>
            <a:pPr indent="-342900" lvl="0" marL="342900" rtl="0" algn="l">
              <a:spcBef>
                <a:spcPts val="1000"/>
              </a:spcBef>
              <a:spcAft>
                <a:spcPts val="0"/>
              </a:spcAft>
              <a:buSzPts val="1440"/>
              <a:buChar char="►"/>
            </a:pPr>
            <a:r>
              <a:rPr lang="it-IT"/>
              <a:t>oppure: </a:t>
            </a:r>
            <a:endParaRPr/>
          </a:p>
          <a:p>
            <a:pPr indent="-285750" lvl="1" marL="742950" rtl="0" algn="l">
              <a:spcBef>
                <a:spcPts val="1000"/>
              </a:spcBef>
              <a:spcAft>
                <a:spcPts val="0"/>
              </a:spcAft>
              <a:buSzPts val="1280"/>
              <a:buChar char="►"/>
            </a:pPr>
            <a:r>
              <a:rPr lang="it-IT"/>
              <a:t>create table anagraficaConPk (	id_utente int,….</a:t>
            </a:r>
            <a:endParaRPr/>
          </a:p>
          <a:p>
            <a:pPr indent="-285750" lvl="1" marL="742950" rtl="0" algn="l">
              <a:spcBef>
                <a:spcPts val="1000"/>
              </a:spcBef>
              <a:spcAft>
                <a:spcPts val="0"/>
              </a:spcAft>
              <a:buSzPts val="1280"/>
              <a:buChar char="►"/>
            </a:pPr>
            <a:r>
              <a:rPr lang="it-IT"/>
              <a:t>alter table anagraficaConPk add constraint primary key (id_utente);</a:t>
            </a:r>
            <a:endParaRPr/>
          </a:p>
          <a:p>
            <a:pPr indent="-285750" lvl="1" marL="742950" rtl="0" algn="l">
              <a:spcBef>
                <a:spcPts val="1000"/>
              </a:spcBef>
              <a:spcAft>
                <a:spcPts val="0"/>
              </a:spcAft>
              <a:buSzPts val="1280"/>
              <a:buChar char="►"/>
            </a:pPr>
            <a:r>
              <a:rPr lang="it-IT"/>
              <a:t>alter table anagraficaConPk modify id_utente int auto_increment ; </a:t>
            </a:r>
            <a:endParaRPr/>
          </a:p>
          <a:p>
            <a:pPr indent="-342900" lvl="0" marL="342900" rtl="0" algn="l">
              <a:spcBef>
                <a:spcPts val="1000"/>
              </a:spcBef>
              <a:spcAft>
                <a:spcPts val="0"/>
              </a:spcAft>
              <a:buSzPts val="1440"/>
              <a:buChar char="►"/>
            </a:pPr>
            <a:r>
              <a:rPr lang="it-IT"/>
              <a:t>nelle insert non dovremo specificare il valore della pk:</a:t>
            </a:r>
            <a:endParaRPr/>
          </a:p>
          <a:p>
            <a:pPr indent="-285750" lvl="1" marL="742950" rtl="0" algn="l">
              <a:spcBef>
                <a:spcPts val="1000"/>
              </a:spcBef>
              <a:spcAft>
                <a:spcPts val="0"/>
              </a:spcAft>
              <a:buSzPts val="1280"/>
              <a:buChar char="►"/>
            </a:pPr>
            <a:r>
              <a:rPr lang="it-IT"/>
              <a:t>insert into anagraficaConPk(nome,cognome,eta) values ('Mario','Rossi',25);</a:t>
            </a:r>
            <a:endParaRPr/>
          </a:p>
          <a:p>
            <a:pPr indent="-285750" lvl="1" marL="742950" rtl="0" algn="l">
              <a:spcBef>
                <a:spcPts val="1000"/>
              </a:spcBef>
              <a:spcAft>
                <a:spcPts val="0"/>
              </a:spcAft>
              <a:buSzPts val="1280"/>
              <a:buChar char="►"/>
            </a:pPr>
            <a:r>
              <a:rPr lang="it-IT"/>
              <a:t>insert into anagraficaConPk(nome,cognome,eta) values ('Pippo','Baudo',32);</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ph type="title"/>
          </p:nvPr>
        </p:nvSpPr>
        <p:spPr>
          <a:xfrm>
            <a:off x="677334" y="665748"/>
            <a:ext cx="8596668" cy="75397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Foreign Key</a:t>
            </a:r>
            <a:endParaRPr/>
          </a:p>
        </p:txBody>
      </p:sp>
      <p:sp>
        <p:nvSpPr>
          <p:cNvPr id="214" name="Google Shape;214;p10"/>
          <p:cNvSpPr txBox="1"/>
          <p:nvPr>
            <p:ph idx="1" type="body"/>
          </p:nvPr>
        </p:nvSpPr>
        <p:spPr>
          <a:xfrm>
            <a:off x="677334" y="2245894"/>
            <a:ext cx="8596668" cy="433136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La Foreign Key è una chiave che si definisce su una colonna, limitando il dominio dei valori ammessi. </a:t>
            </a:r>
            <a:endParaRPr/>
          </a:p>
          <a:p>
            <a:pPr indent="-342900" lvl="0" marL="342900" rtl="0" algn="l">
              <a:spcBef>
                <a:spcPts val="1000"/>
              </a:spcBef>
              <a:spcAft>
                <a:spcPts val="0"/>
              </a:spcAft>
              <a:buSzPts val="1440"/>
              <a:buChar char="►"/>
            </a:pPr>
            <a:r>
              <a:rPr lang="it-IT"/>
              <a:t>La FK crea un legame tra due tabelle. Può referenziare </a:t>
            </a:r>
            <a:r>
              <a:rPr b="1" lang="it-IT"/>
              <a:t>soltanto</a:t>
            </a:r>
            <a:r>
              <a:rPr lang="it-IT"/>
              <a:t> una colonna dove sia stata precedentemente definita una PK di un’altra tabella (Parent).</a:t>
            </a:r>
            <a:endParaRPr/>
          </a:p>
          <a:p>
            <a:pPr indent="-342900" lvl="0" marL="342900" rtl="0" algn="l">
              <a:spcBef>
                <a:spcPts val="1000"/>
              </a:spcBef>
              <a:spcAft>
                <a:spcPts val="0"/>
              </a:spcAft>
              <a:buSzPts val="1440"/>
              <a:buChar char="►"/>
            </a:pPr>
            <a:r>
              <a:rPr lang="it-IT"/>
              <a:t>All’atto pratico definire una FK ha due effetti principali:</a:t>
            </a:r>
            <a:endParaRPr/>
          </a:p>
          <a:p>
            <a:pPr indent="-285750" lvl="1" marL="742950" rtl="0" algn="l">
              <a:spcBef>
                <a:spcPts val="1000"/>
              </a:spcBef>
              <a:spcAft>
                <a:spcPts val="0"/>
              </a:spcAft>
              <a:buSzPts val="1280"/>
              <a:buFont typeface="Courier New"/>
              <a:buChar char="o"/>
            </a:pPr>
            <a:r>
              <a:rPr lang="it-IT"/>
              <a:t>Si possono eseguire insert dei soli valori presenti nella PK</a:t>
            </a:r>
            <a:endParaRPr/>
          </a:p>
          <a:p>
            <a:pPr indent="-285750" lvl="1" marL="742950" rtl="0" algn="l">
              <a:spcBef>
                <a:spcPts val="1000"/>
              </a:spcBef>
              <a:spcAft>
                <a:spcPts val="0"/>
              </a:spcAft>
              <a:buSzPts val="1280"/>
              <a:buFont typeface="Courier New"/>
              <a:buChar char="o"/>
            </a:pPr>
            <a:r>
              <a:rPr lang="it-IT"/>
              <a:t>Non si possono eliminare valori da una PK, se questi sono utilizzati da una riga della FK</a:t>
            </a:r>
            <a:endParaRPr/>
          </a:p>
          <a:p>
            <a:pPr indent="-342900" lvl="0" marL="342900" rtl="0" algn="l">
              <a:spcBef>
                <a:spcPts val="1000"/>
              </a:spcBef>
              <a:spcAft>
                <a:spcPts val="0"/>
              </a:spcAft>
              <a:buSzPts val="1440"/>
              <a:buChar char="►"/>
            </a:pPr>
            <a:r>
              <a:rPr lang="it-IT"/>
              <a:t>In una tabella è ammessa una sola PK, al contrario le FK possono essere più di una.</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ph idx="1" type="body"/>
          </p:nvPr>
        </p:nvSpPr>
        <p:spPr>
          <a:xfrm>
            <a:off x="677334" y="319597"/>
            <a:ext cx="9634284" cy="637416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80000"/>
              <a:buNone/>
            </a:pPr>
            <a:r>
              <a:rPr lang="it-IT" sz="3900">
                <a:solidFill>
                  <a:schemeClr val="accent1"/>
                </a:solidFill>
                <a:latin typeface="Trebuchet MS"/>
                <a:ea typeface="Trebuchet MS"/>
                <a:cs typeface="Trebuchet MS"/>
                <a:sym typeface="Trebuchet MS"/>
              </a:rPr>
              <a:t>Sintassi dei Constraints – Foreign Key</a:t>
            </a:r>
            <a:endParaRPr sz="3900">
              <a:solidFill>
                <a:schemeClr val="accent1"/>
              </a:solidFill>
              <a:latin typeface="Trebuchet MS"/>
              <a:ea typeface="Trebuchet MS"/>
              <a:cs typeface="Trebuchet MS"/>
              <a:sym typeface="Trebuchet MS"/>
            </a:endParaRPr>
          </a:p>
          <a:p>
            <a:pPr indent="-342900" lvl="0" marL="342900" rtl="0" algn="l">
              <a:spcBef>
                <a:spcPts val="1000"/>
              </a:spcBef>
              <a:spcAft>
                <a:spcPts val="0"/>
              </a:spcAft>
              <a:buSzPct val="79999"/>
              <a:buChar char="►"/>
            </a:pPr>
            <a:r>
              <a:rPr lang="it-IT"/>
              <a:t>	</a:t>
            </a:r>
            <a:r>
              <a:rPr lang="it-IT">
                <a:solidFill>
                  <a:srgbClr val="0070C0"/>
                </a:solidFill>
              </a:rPr>
              <a:t>CREATE TABLE </a:t>
            </a:r>
            <a:r>
              <a:rPr lang="it-IT"/>
              <a:t>table_name (</a:t>
            </a:r>
            <a:endParaRPr/>
          </a:p>
          <a:p>
            <a:pPr indent="0" lvl="1" marL="400050" rtl="0" algn="l">
              <a:spcBef>
                <a:spcPts val="1000"/>
              </a:spcBef>
              <a:spcAft>
                <a:spcPts val="0"/>
              </a:spcAft>
              <a:buSzPct val="80000"/>
              <a:buNone/>
            </a:pPr>
            <a:r>
              <a:rPr lang="it-IT"/>
              <a:t>    column1        	</a:t>
            </a:r>
            <a:r>
              <a:rPr lang="it-IT">
                <a:solidFill>
                  <a:srgbClr val="FF0000"/>
                </a:solidFill>
              </a:rPr>
              <a:t>VARCHAR</a:t>
            </a:r>
            <a:r>
              <a:rPr lang="it-IT"/>
              <a:t>(50),</a:t>
            </a:r>
            <a:endParaRPr/>
          </a:p>
          <a:p>
            <a:pPr indent="0" lvl="1" marL="400050" rtl="0" algn="l">
              <a:spcBef>
                <a:spcPts val="1000"/>
              </a:spcBef>
              <a:spcAft>
                <a:spcPts val="0"/>
              </a:spcAft>
              <a:buSzPct val="80000"/>
              <a:buNone/>
            </a:pPr>
            <a:r>
              <a:rPr lang="it-IT"/>
              <a:t>    column2       	</a:t>
            </a:r>
            <a:r>
              <a:rPr lang="it-IT">
                <a:solidFill>
                  <a:srgbClr val="FF0000"/>
                </a:solidFill>
              </a:rPr>
              <a:t>VARCHAR</a:t>
            </a:r>
            <a:r>
              <a:rPr lang="it-IT"/>
              <a:t>(50),</a:t>
            </a:r>
            <a:endParaRPr/>
          </a:p>
          <a:p>
            <a:pPr indent="0" lvl="1" marL="400050" rtl="0" algn="l">
              <a:spcBef>
                <a:spcPts val="1000"/>
              </a:spcBef>
              <a:spcAft>
                <a:spcPts val="0"/>
              </a:spcAft>
              <a:buSzPct val="80000"/>
              <a:buNone/>
            </a:pPr>
            <a:r>
              <a:rPr lang="it-IT"/>
              <a:t>  ...</a:t>
            </a:r>
            <a:endParaRPr/>
          </a:p>
          <a:p>
            <a:pPr indent="0" lvl="1" marL="400050" rtl="0" algn="l">
              <a:spcBef>
                <a:spcPts val="1000"/>
              </a:spcBef>
              <a:spcAft>
                <a:spcPts val="0"/>
              </a:spcAft>
              <a:buSzPct val="80000"/>
              <a:buNone/>
            </a:pPr>
            <a:r>
              <a:rPr lang="it-IT"/>
              <a:t>	columnN		</a:t>
            </a:r>
            <a:r>
              <a:rPr lang="it-IT">
                <a:solidFill>
                  <a:srgbClr val="FF0000"/>
                </a:solidFill>
              </a:rPr>
              <a:t>VARCHAR</a:t>
            </a:r>
            <a:r>
              <a:rPr lang="it-IT"/>
              <a:t>(50),</a:t>
            </a:r>
            <a:endParaRPr/>
          </a:p>
          <a:p>
            <a:pPr indent="0" lvl="1" marL="400050" rtl="0" algn="l">
              <a:spcBef>
                <a:spcPts val="1000"/>
              </a:spcBef>
              <a:spcAft>
                <a:spcPts val="0"/>
              </a:spcAft>
              <a:buSzPct val="80000"/>
              <a:buNone/>
            </a:pPr>
            <a:r>
              <a:rPr lang="it-IT"/>
              <a:t>	</a:t>
            </a:r>
            <a:r>
              <a:rPr lang="it-IT" sz="1800">
                <a:solidFill>
                  <a:srgbClr val="0070C0"/>
                </a:solidFill>
              </a:rPr>
              <a:t>CONSTRAINT</a:t>
            </a:r>
            <a:r>
              <a:rPr lang="it-IT"/>
              <a:t> fk_columnN </a:t>
            </a:r>
            <a:r>
              <a:rPr lang="it-IT" sz="1800">
                <a:solidFill>
                  <a:srgbClr val="0070C0"/>
                </a:solidFill>
              </a:rPr>
              <a:t>FOREIGN KEY </a:t>
            </a:r>
            <a:r>
              <a:rPr lang="it-IT"/>
              <a:t>(columnN)</a:t>
            </a:r>
            <a:endParaRPr/>
          </a:p>
          <a:p>
            <a:pPr indent="0" lvl="1" marL="400050" rtl="0" algn="l">
              <a:spcBef>
                <a:spcPts val="1000"/>
              </a:spcBef>
              <a:spcAft>
                <a:spcPts val="0"/>
              </a:spcAft>
              <a:buSzPct val="80000"/>
              <a:buNone/>
            </a:pPr>
            <a:r>
              <a:rPr lang="it-IT"/>
              <a:t> </a:t>
            </a:r>
            <a:r>
              <a:rPr lang="it-IT" sz="1800">
                <a:solidFill>
                  <a:srgbClr val="0070C0"/>
                </a:solidFill>
              </a:rPr>
              <a:t>REFERENCES</a:t>
            </a:r>
            <a:r>
              <a:rPr lang="it-IT"/>
              <a:t> table_parent(columnPK)</a:t>
            </a:r>
            <a:endParaRPr/>
          </a:p>
          <a:p>
            <a:pPr indent="0" lvl="0" marL="0" rtl="0" algn="l">
              <a:spcBef>
                <a:spcPts val="1000"/>
              </a:spcBef>
              <a:spcAft>
                <a:spcPts val="0"/>
              </a:spcAft>
              <a:buSzPct val="79999"/>
              <a:buNone/>
            </a:pPr>
            <a:r>
              <a:rPr lang="it-IT"/>
              <a:t>	);</a:t>
            </a:r>
            <a:endParaRPr/>
          </a:p>
          <a:p>
            <a:pPr indent="0" lvl="0" marL="0" rtl="0" algn="l">
              <a:spcBef>
                <a:spcPts val="1000"/>
              </a:spcBef>
              <a:spcAft>
                <a:spcPts val="0"/>
              </a:spcAft>
              <a:buSzPct val="79999"/>
              <a:buNone/>
            </a:pPr>
            <a:r>
              <a:t/>
            </a:r>
            <a:endParaRPr/>
          </a:p>
          <a:p>
            <a:pPr indent="-342925" lvl="0" marL="342900" rtl="0" algn="l">
              <a:spcBef>
                <a:spcPts val="1000"/>
              </a:spcBef>
              <a:spcAft>
                <a:spcPts val="0"/>
              </a:spcAft>
              <a:buSzPct val="79999"/>
              <a:buChar char="►"/>
            </a:pPr>
            <a:r>
              <a:rPr lang="it-IT" sz="2100"/>
              <a:t>Oppure in caso di table già esistenti:</a:t>
            </a:r>
            <a:endParaRPr/>
          </a:p>
          <a:p>
            <a:pPr indent="0" lvl="0" marL="0" rtl="0" algn="l">
              <a:spcBef>
                <a:spcPts val="1000"/>
              </a:spcBef>
              <a:spcAft>
                <a:spcPts val="0"/>
              </a:spcAft>
              <a:buSzPct val="79999"/>
              <a:buNone/>
            </a:pPr>
            <a:r>
              <a:rPr lang="it-IT"/>
              <a:t>	</a:t>
            </a:r>
            <a:r>
              <a:rPr lang="it-IT">
                <a:solidFill>
                  <a:srgbClr val="0070C0"/>
                </a:solidFill>
              </a:rPr>
              <a:t>ALTER TABLE </a:t>
            </a:r>
            <a:r>
              <a:rPr lang="it-IT"/>
              <a:t>table_name </a:t>
            </a:r>
            <a:endParaRPr/>
          </a:p>
          <a:p>
            <a:pPr indent="0" lvl="1" marL="400050" rtl="0" algn="l">
              <a:spcBef>
                <a:spcPts val="1000"/>
              </a:spcBef>
              <a:spcAft>
                <a:spcPts val="0"/>
              </a:spcAft>
              <a:buSzPct val="79999"/>
              <a:buNone/>
            </a:pPr>
            <a:r>
              <a:rPr lang="it-IT" sz="1800">
                <a:solidFill>
                  <a:srgbClr val="0070C0"/>
                </a:solidFill>
              </a:rPr>
              <a:t>	ADD CONSTRAINT </a:t>
            </a:r>
            <a:r>
              <a:rPr lang="it-IT"/>
              <a:t>fk_columnN</a:t>
            </a:r>
            <a:r>
              <a:rPr lang="it-IT" sz="1800">
                <a:solidFill>
                  <a:srgbClr val="0070C0"/>
                </a:solidFill>
              </a:rPr>
              <a:t> FOREIGN KEY</a:t>
            </a:r>
            <a:r>
              <a:rPr lang="it-IT"/>
              <a:t> (columnN) </a:t>
            </a:r>
            <a:r>
              <a:rPr lang="it-IT" sz="2000">
                <a:solidFill>
                  <a:srgbClr val="0070C0"/>
                </a:solidFill>
              </a:rPr>
              <a:t>REFERENCES</a:t>
            </a:r>
            <a:r>
              <a:rPr lang="it-IT" sz="1800"/>
              <a:t> table_parent(columnPK)</a:t>
            </a:r>
            <a:endParaRPr/>
          </a:p>
          <a:p>
            <a:pPr indent="0" lvl="0" marL="0" rtl="0" algn="l">
              <a:spcBef>
                <a:spcPts val="1000"/>
              </a:spcBef>
              <a:spcAft>
                <a:spcPts val="0"/>
              </a:spcAft>
              <a:buSzPct val="79999"/>
              <a:buNone/>
            </a:pPr>
            <a:r>
              <a:rPr lang="it-IT"/>
              <a:t>	;</a:t>
            </a:r>
            <a:endParaRPr/>
          </a:p>
          <a:p>
            <a:pPr indent="0" lvl="0" marL="0" rtl="0" algn="l">
              <a:spcBef>
                <a:spcPts val="1000"/>
              </a:spcBef>
              <a:spcAft>
                <a:spcPts val="0"/>
              </a:spcAft>
              <a:buSzPct val="79999"/>
              <a:buNone/>
            </a:pPr>
            <a:r>
              <a:t/>
            </a:r>
            <a:endParaRPr/>
          </a:p>
          <a:p>
            <a:pPr indent="-342900" lvl="0" marL="342900" rtl="0" algn="l">
              <a:spcBef>
                <a:spcPts val="1000"/>
              </a:spcBef>
              <a:spcAft>
                <a:spcPts val="0"/>
              </a:spcAft>
              <a:buSzPct val="79999"/>
              <a:buChar char="►"/>
            </a:pPr>
            <a:r>
              <a:rPr lang="it-IT"/>
              <a:t>Per eliminare una FK:</a:t>
            </a:r>
            <a:endParaRPr/>
          </a:p>
          <a:p>
            <a:pPr indent="0" lvl="1" marL="457200" rtl="0" algn="l">
              <a:spcBef>
                <a:spcPts val="1000"/>
              </a:spcBef>
              <a:spcAft>
                <a:spcPts val="0"/>
              </a:spcAft>
              <a:buSzPct val="80000"/>
              <a:buNone/>
            </a:pPr>
            <a:r>
              <a:rPr lang="it-IT">
                <a:solidFill>
                  <a:srgbClr val="0070C0"/>
                </a:solidFill>
              </a:rPr>
              <a:t>ALTER TABLE </a:t>
            </a:r>
            <a:r>
              <a:rPr lang="it-IT"/>
              <a:t>table_name</a:t>
            </a:r>
            <a:endParaRPr/>
          </a:p>
          <a:p>
            <a:pPr indent="0" lvl="0" marL="0" rtl="0" algn="l">
              <a:spcBef>
                <a:spcPts val="1000"/>
              </a:spcBef>
              <a:spcAft>
                <a:spcPts val="0"/>
              </a:spcAft>
              <a:buSzPct val="79999"/>
              <a:buNone/>
            </a:pPr>
            <a:r>
              <a:rPr lang="it-IT">
                <a:solidFill>
                  <a:srgbClr val="0070C0"/>
                </a:solidFill>
              </a:rPr>
              <a:t>	DROP CONSTRAINT </a:t>
            </a:r>
            <a:r>
              <a:rPr lang="it-IT"/>
              <a:t>constraint_name;</a:t>
            </a:r>
            <a:endParaRPr/>
          </a:p>
          <a:p>
            <a:pPr indent="-258318" lvl="0" marL="342900" rtl="0" algn="l">
              <a:spcBef>
                <a:spcPts val="1000"/>
              </a:spcBef>
              <a:spcAft>
                <a:spcPts val="0"/>
              </a:spcAft>
              <a:buSzPct val="79999"/>
              <a:buNone/>
            </a:pPr>
            <a:r>
              <a:t/>
            </a:r>
            <a:endParaRPr/>
          </a:p>
          <a:p>
            <a:pPr indent="-258318" lvl="0" marL="342900" rtl="0" algn="l">
              <a:spcBef>
                <a:spcPts val="1000"/>
              </a:spcBef>
              <a:spcAft>
                <a:spcPts val="0"/>
              </a:spcAft>
              <a:buSzPct val="79999"/>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2"/>
          <p:cNvSpPr txBox="1"/>
          <p:nvPr>
            <p:ph type="title"/>
          </p:nvPr>
        </p:nvSpPr>
        <p:spPr>
          <a:xfrm>
            <a:off x="677334" y="477806"/>
            <a:ext cx="8596668" cy="6776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it-IT"/>
              <a:t>Le relazioni fondamentali</a:t>
            </a:r>
            <a:endParaRPr/>
          </a:p>
        </p:txBody>
      </p:sp>
      <p:sp>
        <p:nvSpPr>
          <p:cNvPr id="225" name="Google Shape;225;p12"/>
          <p:cNvSpPr txBox="1"/>
          <p:nvPr>
            <p:ph idx="1" type="body"/>
          </p:nvPr>
        </p:nvSpPr>
        <p:spPr>
          <a:xfrm>
            <a:off x="677334" y="1626094"/>
            <a:ext cx="8596668" cy="4754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it-IT"/>
              <a:t>Le relazioni logiche fondamentali sono due: la one-to-many e la many-to-many.</a:t>
            </a:r>
            <a:endParaRPr/>
          </a:p>
          <a:p>
            <a:pPr indent="-342900" lvl="0" marL="342900" rtl="0" algn="l">
              <a:spcBef>
                <a:spcPts val="1000"/>
              </a:spcBef>
              <a:spcAft>
                <a:spcPts val="0"/>
              </a:spcAft>
              <a:buSzPts val="1440"/>
              <a:buChar char="►"/>
            </a:pPr>
            <a:r>
              <a:rPr lang="it-IT"/>
              <a:t>La One-To-Many prevede che un record venga referenziato da più record di un’altra tabella. Questo tipo di relazione viene implementata tramite la definizione di una singola FK. Potete vederne un esempio nella slide successiva.</a:t>
            </a:r>
            <a:endParaRPr/>
          </a:p>
          <a:p>
            <a:pPr indent="-342900" lvl="0" marL="342900" rtl="0" algn="l">
              <a:spcBef>
                <a:spcPts val="1000"/>
              </a:spcBef>
              <a:spcAft>
                <a:spcPts val="0"/>
              </a:spcAft>
              <a:buSzPts val="1440"/>
              <a:buChar char="►"/>
            </a:pPr>
            <a:r>
              <a:rPr lang="it-IT"/>
              <a:t>La Many-To-Many prevede che un record venga referenziato da più record di un’altra tabella e viceversa. Questo tipo di relazione viene implementata utilizzando una tabella di ‘relazione’ le cui colonne siano delle FK delle tabelle di interesse.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lang="it-IT"/>
              <a:t>Esempio FK</a:t>
            </a:r>
            <a:endParaRPr/>
          </a:p>
        </p:txBody>
      </p:sp>
      <p:pic>
        <p:nvPicPr>
          <p:cNvPr id="231" name="Google Shape;231;p13"/>
          <p:cNvPicPr preferRelativeResize="0"/>
          <p:nvPr/>
        </p:nvPicPr>
        <p:blipFill rotWithShape="1">
          <a:blip r:embed="rId3">
            <a:alphaModFix/>
          </a:blip>
          <a:srcRect b="0" l="0" r="0" t="0"/>
          <a:stretch/>
        </p:blipFill>
        <p:spPr>
          <a:xfrm>
            <a:off x="2187374" y="1652448"/>
            <a:ext cx="6734175" cy="4210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570400" y="35318"/>
            <a:ext cx="8596668" cy="78893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lang="it-IT"/>
              <a:t>Esempio di Many-To-Many</a:t>
            </a:r>
            <a:endParaRPr/>
          </a:p>
        </p:txBody>
      </p:sp>
      <p:graphicFrame>
        <p:nvGraphicFramePr>
          <p:cNvPr id="238" name="Google Shape;238;p14"/>
          <p:cNvGraphicFramePr/>
          <p:nvPr/>
        </p:nvGraphicFramePr>
        <p:xfrm>
          <a:off x="190220" y="1598255"/>
          <a:ext cx="3000000" cy="3000000"/>
        </p:xfrm>
        <a:graphic>
          <a:graphicData uri="http://schemas.openxmlformats.org/drawingml/2006/table">
            <a:tbl>
              <a:tblPr firstRow="1">
                <a:noFill/>
                <a:tableStyleId>{0D727D94-3DE0-4D89-B1F8-504E79BCA7BF}</a:tableStyleId>
              </a:tblPr>
              <a:tblGrid>
                <a:gridCol w="1302675"/>
                <a:gridCol w="1302675"/>
              </a:tblGrid>
              <a:tr h="511875">
                <a:tc>
                  <a:txBody>
                    <a:bodyPr/>
                    <a:lstStyle/>
                    <a:p>
                      <a:pPr indent="0" lvl="0" marL="0" marR="0" rtl="0" algn="ctr">
                        <a:spcBef>
                          <a:spcPts val="0"/>
                        </a:spcBef>
                        <a:spcAft>
                          <a:spcPts val="0"/>
                        </a:spcAft>
                        <a:buNone/>
                      </a:pPr>
                      <a:r>
                        <a:rPr lang="it-IT" sz="1200" u="none" cap="none" strike="noStrike"/>
                        <a:t>ID_LETTORI</a:t>
                      </a:r>
                      <a:endParaRPr/>
                    </a:p>
                    <a:p>
                      <a:pPr indent="0" lvl="0" marL="0" marR="0" rtl="0" algn="ctr">
                        <a:spcBef>
                          <a:spcPts val="0"/>
                        </a:spcBef>
                        <a:spcAft>
                          <a:spcPts val="0"/>
                        </a:spcAft>
                        <a:buNone/>
                      </a:pPr>
                      <a:r>
                        <a:rPr lang="it-IT" sz="1200" u="none" cap="none" strike="noStrike"/>
                        <a:t>(PRIMARY_KEY)</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NOME</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Anna</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2</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Daniele</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3</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Alessandro</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99</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Gianluca</a:t>
                      </a:r>
                      <a:endParaRPr/>
                    </a:p>
                  </a:txBody>
                  <a:tcPr marT="45725" marB="45725" marR="91450" marL="91450"/>
                </a:tc>
              </a:tr>
            </a:tbl>
          </a:graphicData>
        </a:graphic>
      </p:graphicFrame>
      <p:sp>
        <p:nvSpPr>
          <p:cNvPr id="239" name="Google Shape;239;p14"/>
          <p:cNvSpPr txBox="1"/>
          <p:nvPr/>
        </p:nvSpPr>
        <p:spPr>
          <a:xfrm>
            <a:off x="570400" y="4598633"/>
            <a:ext cx="7187973" cy="205788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t/>
            </a:r>
            <a:endParaRPr sz="1800">
              <a:solidFill>
                <a:srgbClr val="0070C0"/>
              </a:solidFill>
              <a:latin typeface="Trebuchet MS"/>
              <a:ea typeface="Trebuchet MS"/>
              <a:cs typeface="Trebuchet MS"/>
              <a:sym typeface="Trebuchet MS"/>
            </a:endParaRPr>
          </a:p>
          <a:p>
            <a:pPr indent="0" lvl="0" marL="0" marR="0" rtl="0" algn="l">
              <a:spcBef>
                <a:spcPts val="1000"/>
              </a:spcBef>
              <a:spcAft>
                <a:spcPts val="0"/>
              </a:spcAft>
              <a:buClr>
                <a:schemeClr val="accent1"/>
              </a:buClr>
              <a:buSzPts val="1440"/>
              <a:buFont typeface="Noto Sans Symbols"/>
              <a:buNone/>
            </a:pPr>
            <a:r>
              <a:rPr lang="it-IT" sz="1800">
                <a:solidFill>
                  <a:srgbClr val="3F3F3F"/>
                </a:solidFill>
                <a:latin typeface="Trebuchet MS"/>
                <a:ea typeface="Trebuchet MS"/>
                <a:cs typeface="Trebuchet MS"/>
                <a:sym typeface="Trebuchet MS"/>
              </a:rPr>
              <a:t>La many-to-many in questo esempio funziona perché ha due concetti sottostanti:</a:t>
            </a:r>
            <a:endParaRPr/>
          </a:p>
          <a:p>
            <a:pPr indent="0" lvl="1" marL="400050" marR="0" rtl="0" algn="l">
              <a:spcBef>
                <a:spcPts val="1000"/>
              </a:spcBef>
              <a:spcAft>
                <a:spcPts val="0"/>
              </a:spcAft>
              <a:buClr>
                <a:schemeClr val="accent1"/>
              </a:buClr>
              <a:buSzPts val="1280"/>
              <a:buFont typeface="Noto Sans Symbols"/>
              <a:buNone/>
            </a:pPr>
            <a:r>
              <a:rPr b="0" i="0" lang="it-IT" sz="1600" u="none" cap="none" strike="noStrike">
                <a:solidFill>
                  <a:srgbClr val="3F3F3F"/>
                </a:solidFill>
                <a:latin typeface="Trebuchet MS"/>
                <a:ea typeface="Trebuchet MS"/>
                <a:cs typeface="Trebuchet MS"/>
                <a:sym typeface="Trebuchet MS"/>
              </a:rPr>
              <a:t>«Ogni lettore può aver letto più libri»</a:t>
            </a:r>
            <a:endParaRPr/>
          </a:p>
          <a:p>
            <a:pPr indent="0" lvl="1" marL="400050" marR="0" rtl="0" algn="l">
              <a:spcBef>
                <a:spcPts val="1000"/>
              </a:spcBef>
              <a:spcAft>
                <a:spcPts val="0"/>
              </a:spcAft>
              <a:buClr>
                <a:schemeClr val="accent1"/>
              </a:buClr>
              <a:buSzPts val="1280"/>
              <a:buFont typeface="Noto Sans Symbols"/>
              <a:buNone/>
            </a:pPr>
            <a:r>
              <a:rPr b="0" i="0" lang="it-IT" sz="1600" u="none" cap="none" strike="noStrike">
                <a:solidFill>
                  <a:srgbClr val="3F3F3F"/>
                </a:solidFill>
                <a:latin typeface="Trebuchet MS"/>
                <a:ea typeface="Trebuchet MS"/>
                <a:cs typeface="Trebuchet MS"/>
                <a:sym typeface="Trebuchet MS"/>
              </a:rPr>
              <a:t>«Ogni libro può essere stato letto da più lettori»</a:t>
            </a:r>
            <a:endParaRPr/>
          </a:p>
        </p:txBody>
      </p:sp>
      <p:graphicFrame>
        <p:nvGraphicFramePr>
          <p:cNvPr id="240" name="Google Shape;240;p14"/>
          <p:cNvGraphicFramePr/>
          <p:nvPr/>
        </p:nvGraphicFramePr>
        <p:xfrm>
          <a:off x="7808716" y="1580534"/>
          <a:ext cx="3000000" cy="3000000"/>
        </p:xfrm>
        <a:graphic>
          <a:graphicData uri="http://schemas.openxmlformats.org/drawingml/2006/table">
            <a:tbl>
              <a:tblPr firstRow="1">
                <a:noFill/>
                <a:tableStyleId>{0D727D94-3DE0-4D89-B1F8-504E79BCA7BF}</a:tableStyleId>
              </a:tblPr>
              <a:tblGrid>
                <a:gridCol w="1533125"/>
                <a:gridCol w="1746375"/>
              </a:tblGrid>
              <a:tr h="152400">
                <a:tc>
                  <a:txBody>
                    <a:bodyPr/>
                    <a:lstStyle/>
                    <a:p>
                      <a:pPr indent="0" lvl="0" marL="0" marR="0" rtl="0" algn="ctr">
                        <a:spcBef>
                          <a:spcPts val="0"/>
                        </a:spcBef>
                        <a:spcAft>
                          <a:spcPts val="0"/>
                        </a:spcAft>
                        <a:buNone/>
                      </a:pPr>
                      <a:r>
                        <a:rPr lang="it-IT" sz="1200" u="none" cap="none" strike="noStrike"/>
                        <a:t>ID_LIBRI</a:t>
                      </a:r>
                      <a:endParaRPr/>
                    </a:p>
                    <a:p>
                      <a:pPr indent="0" lvl="0" marL="0" marR="0" rtl="0" algn="ctr">
                        <a:lnSpc>
                          <a:spcPct val="100000"/>
                        </a:lnSpc>
                        <a:spcBef>
                          <a:spcPts val="0"/>
                        </a:spcBef>
                        <a:spcAft>
                          <a:spcPts val="0"/>
                        </a:spcAft>
                        <a:buClr>
                          <a:schemeClr val="dk1"/>
                        </a:buClr>
                        <a:buSzPts val="1200"/>
                        <a:buFont typeface="Trebuchet MS"/>
                        <a:buNone/>
                      </a:pPr>
                      <a:r>
                        <a:rPr lang="it-IT" sz="1200" u="none" cap="none" strike="noStrike"/>
                        <a:t>(PRIMARY_KEY)</a:t>
                      </a:r>
                      <a:endParaRPr/>
                    </a:p>
                    <a:p>
                      <a:pPr indent="0" lvl="0" marL="0" marR="0" rtl="0" algn="ctr">
                        <a:spcBef>
                          <a:spcPts val="0"/>
                        </a:spcBef>
                        <a:spcAft>
                          <a:spcPts val="0"/>
                        </a:spcAft>
                        <a:buNone/>
                      </a:pPr>
                      <a:r>
                        <a:t/>
                      </a:r>
                      <a:endParaRPr sz="1200" u="none" cap="none" strike="noStrike"/>
                    </a:p>
                  </a:txBody>
                  <a:tcPr marT="45725" marB="45725" marR="91450" marL="91450"/>
                </a:tc>
                <a:tc>
                  <a:txBody>
                    <a:bodyPr/>
                    <a:lstStyle/>
                    <a:p>
                      <a:pPr indent="0" lvl="0" marL="0" marR="0" rtl="0" algn="ctr">
                        <a:spcBef>
                          <a:spcPts val="0"/>
                        </a:spcBef>
                        <a:spcAft>
                          <a:spcPts val="0"/>
                        </a:spcAft>
                        <a:buNone/>
                      </a:pPr>
                      <a:r>
                        <a:rPr lang="it-IT" sz="1200" u="none" cap="none" strike="noStrike"/>
                        <a:t>NOME_LIBRO</a:t>
                      </a:r>
                      <a:endParaRPr/>
                    </a:p>
                  </a:txBody>
                  <a:tcPr marT="45725" marB="45725" marR="91450" marL="91450"/>
                </a:tc>
              </a:tr>
              <a:tr h="338950">
                <a:tc>
                  <a:txBody>
                    <a:bodyPr/>
                    <a:lstStyle/>
                    <a:p>
                      <a:pPr indent="0" lvl="0" marL="0" marR="0" rtl="0" algn="ctr">
                        <a:spcBef>
                          <a:spcPts val="0"/>
                        </a:spcBef>
                        <a:spcAft>
                          <a:spcPts val="0"/>
                        </a:spcAft>
                        <a:buNone/>
                      </a:pPr>
                      <a:r>
                        <a:rPr lang="it-IT" sz="1200" u="none" cap="none" strike="noStrike"/>
                        <a:t>11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IL PICCOLO PRINCIPE</a:t>
                      </a:r>
                      <a:endParaRPr/>
                    </a:p>
                  </a:txBody>
                  <a:tcPr marT="45725" marB="45725" marR="91450" marL="91450"/>
                </a:tc>
              </a:tr>
              <a:tr h="338950">
                <a:tc>
                  <a:txBody>
                    <a:bodyPr/>
                    <a:lstStyle/>
                    <a:p>
                      <a:pPr indent="0" lvl="0" marL="0" marR="0" rtl="0" algn="ctr">
                        <a:spcBef>
                          <a:spcPts val="0"/>
                        </a:spcBef>
                        <a:spcAft>
                          <a:spcPts val="0"/>
                        </a:spcAft>
                        <a:buNone/>
                      </a:pPr>
                      <a:r>
                        <a:rPr lang="it-IT" sz="1200" u="none" cap="none" strike="noStrike"/>
                        <a:t>23</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THE GAME OF THRONES</a:t>
                      </a:r>
                      <a:endParaRPr/>
                    </a:p>
                  </a:txBody>
                  <a:tcPr marT="45725" marB="45725" marR="91450" marL="91450"/>
                </a:tc>
              </a:tr>
              <a:tr h="338950">
                <a:tc>
                  <a:txBody>
                    <a:bodyPr/>
                    <a:lstStyle/>
                    <a:p>
                      <a:pPr indent="0" lvl="0" marL="0" marR="0" rtl="0" algn="ctr">
                        <a:spcBef>
                          <a:spcPts val="0"/>
                        </a:spcBef>
                        <a:spcAft>
                          <a:spcPts val="0"/>
                        </a:spcAft>
                        <a:buNone/>
                      </a:pPr>
                      <a:r>
                        <a:rPr lang="it-IT" sz="1200" u="none" cap="none" strike="noStrike"/>
                        <a:t>57</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SQL FOR DUMMIES</a:t>
                      </a:r>
                      <a:endParaRPr/>
                    </a:p>
                  </a:txBody>
                  <a:tcPr marT="45725" marB="45725" marR="91450" marL="91450"/>
                </a:tc>
              </a:tr>
              <a:tr h="338950">
                <a:tc>
                  <a:txBody>
                    <a:bodyPr/>
                    <a:lstStyle/>
                    <a:p>
                      <a:pPr indent="0" lvl="0" marL="0" marR="0" rtl="0" algn="ctr">
                        <a:spcBef>
                          <a:spcPts val="0"/>
                        </a:spcBef>
                        <a:spcAft>
                          <a:spcPts val="0"/>
                        </a:spcAft>
                        <a:buNone/>
                      </a:pPr>
                      <a:r>
                        <a:rPr lang="it-IT" sz="1200" u="none" cap="none" strike="noStrike"/>
                        <a:t>1234</a:t>
                      </a:r>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Trebuchet MS"/>
                        <a:buNone/>
                      </a:pPr>
                      <a:r>
                        <a:rPr lang="it-IT" sz="1200" u="none" cap="none" strike="noStrike"/>
                        <a:t>I MALAVOGLIA</a:t>
                      </a:r>
                      <a:endParaRPr/>
                    </a:p>
                  </a:txBody>
                  <a:tcPr marT="45725" marB="45725" marR="91450" marL="91450"/>
                </a:tc>
              </a:tr>
            </a:tbl>
          </a:graphicData>
        </a:graphic>
      </p:graphicFrame>
      <p:sp>
        <p:nvSpPr>
          <p:cNvPr id="241" name="Google Shape;241;p14"/>
          <p:cNvSpPr txBox="1"/>
          <p:nvPr/>
        </p:nvSpPr>
        <p:spPr>
          <a:xfrm>
            <a:off x="1042845" y="1066750"/>
            <a:ext cx="9000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Trebuchet MS"/>
                <a:ea typeface="Trebuchet MS"/>
                <a:cs typeface="Trebuchet MS"/>
                <a:sym typeface="Trebuchet MS"/>
              </a:rPr>
              <a:t>Lettori</a:t>
            </a:r>
            <a:endParaRPr/>
          </a:p>
        </p:txBody>
      </p:sp>
      <p:sp>
        <p:nvSpPr>
          <p:cNvPr id="242" name="Google Shape;242;p14"/>
          <p:cNvSpPr txBox="1"/>
          <p:nvPr/>
        </p:nvSpPr>
        <p:spPr>
          <a:xfrm>
            <a:off x="9016266" y="106675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Trebuchet MS"/>
                <a:ea typeface="Trebuchet MS"/>
                <a:cs typeface="Trebuchet MS"/>
                <a:sym typeface="Trebuchet MS"/>
              </a:rPr>
              <a:t>Libri</a:t>
            </a:r>
            <a:endParaRPr/>
          </a:p>
        </p:txBody>
      </p:sp>
      <p:graphicFrame>
        <p:nvGraphicFramePr>
          <p:cNvPr id="243" name="Google Shape;243;p14"/>
          <p:cNvGraphicFramePr/>
          <p:nvPr/>
        </p:nvGraphicFramePr>
        <p:xfrm>
          <a:off x="4139231" y="1598256"/>
          <a:ext cx="3000000" cy="3000000"/>
        </p:xfrm>
        <a:graphic>
          <a:graphicData uri="http://schemas.openxmlformats.org/drawingml/2006/table">
            <a:tbl>
              <a:tblPr firstRow="1">
                <a:noFill/>
                <a:tableStyleId>{0D727D94-3DE0-4D89-B1F8-504E79BCA7BF}</a:tableStyleId>
              </a:tblPr>
              <a:tblGrid>
                <a:gridCol w="1302675"/>
                <a:gridCol w="1302675"/>
              </a:tblGrid>
              <a:tr h="459150">
                <a:tc>
                  <a:txBody>
                    <a:bodyPr/>
                    <a:lstStyle/>
                    <a:p>
                      <a:pPr indent="0" lvl="0" marL="0" marR="0" rtl="0" algn="ctr">
                        <a:spcBef>
                          <a:spcPts val="0"/>
                        </a:spcBef>
                        <a:spcAft>
                          <a:spcPts val="0"/>
                        </a:spcAft>
                        <a:buNone/>
                      </a:pPr>
                      <a:r>
                        <a:rPr lang="it-IT" sz="1200" u="none" cap="none" strike="noStrike"/>
                        <a:t>ID_LETTORI</a:t>
                      </a:r>
                      <a:endParaRPr/>
                    </a:p>
                    <a:p>
                      <a:pPr indent="0" lvl="0" marL="0" marR="0" rtl="0" algn="ctr">
                        <a:spcBef>
                          <a:spcPts val="0"/>
                        </a:spcBef>
                        <a:spcAft>
                          <a:spcPts val="0"/>
                        </a:spcAft>
                        <a:buNone/>
                      </a:pPr>
                      <a:r>
                        <a:rPr lang="it-IT" sz="1200" u="none" cap="none" strike="noStrike"/>
                        <a:t>(FOREIGN_KEY)</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ID_LIBRI</a:t>
                      </a:r>
                      <a:endParaRPr/>
                    </a:p>
                    <a:p>
                      <a:pPr indent="0" lvl="0" marL="0" marR="0" rtl="0" algn="ctr">
                        <a:spcBef>
                          <a:spcPts val="0"/>
                        </a:spcBef>
                        <a:spcAft>
                          <a:spcPts val="0"/>
                        </a:spcAft>
                        <a:buNone/>
                      </a:pPr>
                      <a:r>
                        <a:rPr lang="it-IT" sz="1200" u="none" cap="none" strike="noStrike"/>
                        <a:t>(FOREIGN_KEY)</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23</a:t>
                      </a:r>
                      <a:endParaRPr/>
                    </a:p>
                  </a:txBody>
                  <a:tcPr marT="45725" marB="45725" marR="91450" marL="91450"/>
                </a:tc>
              </a:tr>
              <a:tr h="389875">
                <a:tc>
                  <a:txBody>
                    <a:bodyPr/>
                    <a:lstStyle/>
                    <a:p>
                      <a:pPr indent="0" lvl="0" marL="0" marR="0" rtl="0" algn="ctr">
                        <a:spcBef>
                          <a:spcPts val="0"/>
                        </a:spcBef>
                        <a:spcAft>
                          <a:spcPts val="0"/>
                        </a:spcAft>
                        <a:buNone/>
                      </a:pPr>
                      <a:r>
                        <a:rPr lang="it-IT" sz="1200" u="none" cap="none" strike="noStrike"/>
                        <a:t>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11</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1</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57</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3</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57</a:t>
                      </a:r>
                      <a:endParaRPr/>
                    </a:p>
                  </a:txBody>
                  <a:tcPr marT="45725" marB="45725" marR="91450" marL="91450"/>
                </a:tc>
              </a:tr>
              <a:tr h="415200">
                <a:tc>
                  <a:txBody>
                    <a:bodyPr/>
                    <a:lstStyle/>
                    <a:p>
                      <a:pPr indent="0" lvl="0" marL="0" marR="0" rtl="0" algn="ctr">
                        <a:spcBef>
                          <a:spcPts val="0"/>
                        </a:spcBef>
                        <a:spcAft>
                          <a:spcPts val="0"/>
                        </a:spcAft>
                        <a:buNone/>
                      </a:pPr>
                      <a:r>
                        <a:rPr lang="it-IT" sz="1200" u="none" cap="none" strike="noStrike"/>
                        <a:t>2</a:t>
                      </a:r>
                      <a:endParaRPr/>
                    </a:p>
                  </a:txBody>
                  <a:tcPr marT="45725" marB="45725" marR="91450" marL="91450"/>
                </a:tc>
                <a:tc>
                  <a:txBody>
                    <a:bodyPr/>
                    <a:lstStyle/>
                    <a:p>
                      <a:pPr indent="0" lvl="0" marL="0" marR="0" rtl="0" algn="ctr">
                        <a:spcBef>
                          <a:spcPts val="0"/>
                        </a:spcBef>
                        <a:spcAft>
                          <a:spcPts val="0"/>
                        </a:spcAft>
                        <a:buNone/>
                      </a:pPr>
                      <a:r>
                        <a:rPr lang="it-IT" sz="1200" u="none" cap="none" strike="noStrike"/>
                        <a:t>57</a:t>
                      </a:r>
                      <a:endParaRPr/>
                    </a:p>
                  </a:txBody>
                  <a:tcPr marT="45725" marB="45725" marR="91450" marL="91450"/>
                </a:tc>
              </a:tr>
            </a:tbl>
          </a:graphicData>
        </a:graphic>
      </p:graphicFrame>
      <p:sp>
        <p:nvSpPr>
          <p:cNvPr id="244" name="Google Shape;244;p14"/>
          <p:cNvSpPr txBox="1"/>
          <p:nvPr/>
        </p:nvSpPr>
        <p:spPr>
          <a:xfrm>
            <a:off x="4646741" y="1059302"/>
            <a:ext cx="15903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Trebuchet MS"/>
                <a:ea typeface="Trebuchet MS"/>
                <a:cs typeface="Trebuchet MS"/>
                <a:sym typeface="Trebuchet MS"/>
              </a:rPr>
              <a:t>Lettori-Libri</a:t>
            </a:r>
            <a:endParaRPr/>
          </a:p>
        </p:txBody>
      </p:sp>
      <p:cxnSp>
        <p:nvCxnSpPr>
          <p:cNvPr id="245" name="Google Shape;245;p14"/>
          <p:cNvCxnSpPr/>
          <p:nvPr/>
        </p:nvCxnSpPr>
        <p:spPr>
          <a:xfrm>
            <a:off x="2795556" y="2317072"/>
            <a:ext cx="1343675" cy="0"/>
          </a:xfrm>
          <a:prstGeom prst="straightConnector1">
            <a:avLst/>
          </a:prstGeom>
          <a:noFill/>
          <a:ln cap="rnd" cmpd="sng" w="12700">
            <a:solidFill>
              <a:schemeClr val="accent1"/>
            </a:solidFill>
            <a:prstDash val="solid"/>
            <a:round/>
            <a:headEnd len="sm" w="sm" type="none"/>
            <a:tailEnd len="med" w="med" type="triangle"/>
          </a:ln>
        </p:spPr>
      </p:cxnSp>
      <p:cxnSp>
        <p:nvCxnSpPr>
          <p:cNvPr id="246" name="Google Shape;246;p14"/>
          <p:cNvCxnSpPr/>
          <p:nvPr/>
        </p:nvCxnSpPr>
        <p:spPr>
          <a:xfrm>
            <a:off x="2795556" y="2325950"/>
            <a:ext cx="1343674" cy="412352"/>
          </a:xfrm>
          <a:prstGeom prst="straightConnector1">
            <a:avLst/>
          </a:prstGeom>
          <a:noFill/>
          <a:ln cap="rnd" cmpd="sng" w="12700">
            <a:solidFill>
              <a:schemeClr val="accent1"/>
            </a:solidFill>
            <a:prstDash val="solid"/>
            <a:round/>
            <a:headEnd len="sm" w="sm" type="none"/>
            <a:tailEnd len="med" w="med" type="triangle"/>
          </a:ln>
        </p:spPr>
      </p:cxnSp>
      <p:cxnSp>
        <p:nvCxnSpPr>
          <p:cNvPr id="247" name="Google Shape;247;p14"/>
          <p:cNvCxnSpPr/>
          <p:nvPr/>
        </p:nvCxnSpPr>
        <p:spPr>
          <a:xfrm>
            <a:off x="2795556" y="2325951"/>
            <a:ext cx="1343675" cy="818840"/>
          </a:xfrm>
          <a:prstGeom prst="straightConnector1">
            <a:avLst/>
          </a:prstGeom>
          <a:noFill/>
          <a:ln cap="rnd" cmpd="sng" w="12700">
            <a:solidFill>
              <a:schemeClr val="accent1"/>
            </a:solidFill>
            <a:prstDash val="solid"/>
            <a:round/>
            <a:headEnd len="sm" w="sm" type="none"/>
            <a:tailEnd len="med" w="med" type="triangle"/>
          </a:ln>
        </p:spPr>
      </p:cxnSp>
      <p:cxnSp>
        <p:nvCxnSpPr>
          <p:cNvPr id="248" name="Google Shape;248;p14"/>
          <p:cNvCxnSpPr/>
          <p:nvPr/>
        </p:nvCxnSpPr>
        <p:spPr>
          <a:xfrm>
            <a:off x="2795556" y="3144791"/>
            <a:ext cx="1343675" cy="415195"/>
          </a:xfrm>
          <a:prstGeom prst="straightConnector1">
            <a:avLst/>
          </a:prstGeom>
          <a:noFill/>
          <a:ln cap="rnd" cmpd="sng" w="12700">
            <a:solidFill>
              <a:schemeClr val="accent6"/>
            </a:solidFill>
            <a:prstDash val="solid"/>
            <a:round/>
            <a:headEnd len="sm" w="sm" type="none"/>
            <a:tailEnd len="med" w="med" type="triangle"/>
          </a:ln>
        </p:spPr>
      </p:cxnSp>
      <p:cxnSp>
        <p:nvCxnSpPr>
          <p:cNvPr id="249" name="Google Shape;249;p14"/>
          <p:cNvCxnSpPr/>
          <p:nvPr/>
        </p:nvCxnSpPr>
        <p:spPr>
          <a:xfrm flipH="1">
            <a:off x="6744566" y="2388093"/>
            <a:ext cx="1064151" cy="361584"/>
          </a:xfrm>
          <a:prstGeom prst="straightConnector1">
            <a:avLst/>
          </a:prstGeom>
          <a:noFill/>
          <a:ln cap="rnd" cmpd="sng" w="12700">
            <a:solidFill>
              <a:schemeClr val="dk1"/>
            </a:solidFill>
            <a:prstDash val="solid"/>
            <a:round/>
            <a:headEnd len="sm" w="sm" type="none"/>
            <a:tailEnd len="med" w="med" type="triangle"/>
          </a:ln>
        </p:spPr>
      </p:cxnSp>
      <p:cxnSp>
        <p:nvCxnSpPr>
          <p:cNvPr id="250" name="Google Shape;250;p14"/>
          <p:cNvCxnSpPr/>
          <p:nvPr/>
        </p:nvCxnSpPr>
        <p:spPr>
          <a:xfrm rot="10800000">
            <a:off x="6744567" y="2259367"/>
            <a:ext cx="1064149" cy="478935"/>
          </a:xfrm>
          <a:prstGeom prst="straightConnector1">
            <a:avLst/>
          </a:prstGeom>
          <a:noFill/>
          <a:ln cap="rnd" cmpd="sng" w="12700">
            <a:solidFill>
              <a:srgbClr val="FF0000"/>
            </a:solidFill>
            <a:prstDash val="solid"/>
            <a:round/>
            <a:headEnd len="sm" w="sm" type="none"/>
            <a:tailEnd len="med" w="med" type="triangle"/>
          </a:ln>
        </p:spPr>
      </p:cxnSp>
      <p:cxnSp>
        <p:nvCxnSpPr>
          <p:cNvPr id="251" name="Google Shape;251;p14"/>
          <p:cNvCxnSpPr/>
          <p:nvPr/>
        </p:nvCxnSpPr>
        <p:spPr>
          <a:xfrm rot="10800000">
            <a:off x="6744568" y="3144791"/>
            <a:ext cx="1064148" cy="8705"/>
          </a:xfrm>
          <a:prstGeom prst="straightConnector1">
            <a:avLst/>
          </a:prstGeom>
          <a:noFill/>
          <a:ln cap="rnd" cmpd="sng" w="12700">
            <a:solidFill>
              <a:srgbClr val="0070C0"/>
            </a:solidFill>
            <a:prstDash val="solid"/>
            <a:round/>
            <a:headEnd len="sm" w="sm" type="none"/>
            <a:tailEnd len="med" w="med" type="triangle"/>
          </a:ln>
        </p:spPr>
      </p:cxnSp>
      <p:cxnSp>
        <p:nvCxnSpPr>
          <p:cNvPr id="252" name="Google Shape;252;p14"/>
          <p:cNvCxnSpPr/>
          <p:nvPr/>
        </p:nvCxnSpPr>
        <p:spPr>
          <a:xfrm flipH="1">
            <a:off x="6744568" y="3153496"/>
            <a:ext cx="1064148" cy="420939"/>
          </a:xfrm>
          <a:prstGeom prst="straightConnector1">
            <a:avLst/>
          </a:prstGeom>
          <a:noFill/>
          <a:ln cap="rnd" cmpd="sng" w="12700">
            <a:solidFill>
              <a:srgbClr val="0070C0"/>
            </a:solidFill>
            <a:prstDash val="solid"/>
            <a:round/>
            <a:headEnd len="sm" w="sm" type="none"/>
            <a:tailEnd len="med" w="med" type="triangle"/>
          </a:ln>
        </p:spPr>
      </p:cxnSp>
      <p:cxnSp>
        <p:nvCxnSpPr>
          <p:cNvPr id="253" name="Google Shape;253;p14"/>
          <p:cNvCxnSpPr/>
          <p:nvPr/>
        </p:nvCxnSpPr>
        <p:spPr>
          <a:xfrm flipH="1">
            <a:off x="6744567" y="3162201"/>
            <a:ext cx="1064149" cy="767511"/>
          </a:xfrm>
          <a:prstGeom prst="straightConnector1">
            <a:avLst/>
          </a:prstGeom>
          <a:noFill/>
          <a:ln cap="rnd" cmpd="sng" w="12700">
            <a:solidFill>
              <a:srgbClr val="0070C0"/>
            </a:solidFill>
            <a:prstDash val="solid"/>
            <a:round/>
            <a:headEnd len="sm" w="sm" type="none"/>
            <a:tailEnd len="med" w="med" type="triangle"/>
          </a:ln>
        </p:spPr>
      </p:cxnSp>
      <p:cxnSp>
        <p:nvCxnSpPr>
          <p:cNvPr id="254" name="Google Shape;254;p14"/>
          <p:cNvCxnSpPr/>
          <p:nvPr/>
        </p:nvCxnSpPr>
        <p:spPr>
          <a:xfrm>
            <a:off x="2795555" y="2704101"/>
            <a:ext cx="1343675" cy="1278849"/>
          </a:xfrm>
          <a:prstGeom prst="straightConnector1">
            <a:avLst/>
          </a:prstGeom>
          <a:noFill/>
          <a:ln cap="rnd" cmpd="sng" w="12700">
            <a:solidFill>
              <a:schemeClr val="accent4"/>
            </a:solidFill>
            <a:prstDash val="solid"/>
            <a:round/>
            <a:headEnd len="sm" w="sm"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Sfaccettatura">
  <a:themeElements>
    <a:clrScheme name="Sfaccettatura">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2018-11-10T10:53:27Z</dcterms:created>
  <dc:creator>Lopez Diego</dc:creator>
</cp:coreProperties>
</file>