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Candar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qOhaeu2/Gmz3xvZ1hGEO+/bmT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ndara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Candar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andara-bold.fntdata"/><Relationship Id="rId6" Type="http://schemas.openxmlformats.org/officeDocument/2006/relationships/slide" Target="slides/slide1.xml"/><Relationship Id="rId18" Type="http://schemas.openxmlformats.org/officeDocument/2006/relationships/font" Target="fonts/Candar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" name="Google Shape;27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30" name="Google Shape;30;p15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31" name="Google Shape;31;p1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2" name="Google Shape;32;p1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3" name="Google Shape;33;p1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4" name="Google Shape;34;p1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5" name="Google Shape;35;p15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6" name="Google Shape;36;p15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16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901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16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16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16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16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16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18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8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1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20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20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20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20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20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20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2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2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21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21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21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21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21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21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22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22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22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22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22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22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22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22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24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24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24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24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24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24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13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13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13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13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13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13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Con l’annotation </a:t>
            </a:r>
            <a:r>
              <a:rPr i="1" lang="it-IT"/>
              <a:t>@Autowired</a:t>
            </a:r>
            <a:r>
              <a:rPr lang="it-IT"/>
              <a:t> chiediamo a Spring di effettuare automaticamente (in gergo si parla di </a:t>
            </a:r>
            <a:r>
              <a:rPr i="1" lang="it-IT"/>
              <a:t>auto-magically</a:t>
            </a:r>
            <a:r>
              <a:rPr lang="it-IT"/>
              <a:t>) la </a:t>
            </a:r>
            <a:r>
              <a:rPr i="1" lang="it-IT"/>
              <a:t>dependency injection </a:t>
            </a:r>
            <a:r>
              <a:rPr lang="it-IT"/>
              <a:t>sul membro della classe a cui si riferisce l’annotation; di fatti </a:t>
            </a:r>
            <a:r>
              <a:rPr i="1" lang="it-IT"/>
              <a:t>@Autowired </a:t>
            </a:r>
            <a:r>
              <a:rPr lang="it-IT"/>
              <a:t>può riferirsi 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un costruttore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un metodo </a:t>
            </a:r>
            <a:r>
              <a:rPr i="1" lang="it-IT"/>
              <a:t>setter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un attributo</a:t>
            </a:r>
            <a:endParaRPr/>
          </a:p>
        </p:txBody>
      </p:sp>
      <p:sp>
        <p:nvSpPr>
          <p:cNvPr id="137" name="Google Shape;137;p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38" name="Google Shape;138;p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@Autowired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Quando @Autowired è inserita davanti ad un costruttore (di una classe annotata con </a:t>
            </a:r>
            <a:r>
              <a:rPr i="1" lang="it-IT"/>
              <a:t>@Component</a:t>
            </a:r>
            <a:r>
              <a:rPr lang="it-IT"/>
              <a:t>) stiamo indicando a Spring di utilizzare quel costruttore per istanziare i </a:t>
            </a:r>
            <a:r>
              <a:rPr i="1" lang="it-IT"/>
              <a:t>bean</a:t>
            </a:r>
            <a:r>
              <a:rPr lang="it-IT"/>
              <a:t> della classe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Questo comporta che: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non si può usare </a:t>
            </a:r>
            <a:r>
              <a:rPr i="1" lang="it-IT"/>
              <a:t>@Autowired</a:t>
            </a:r>
            <a:r>
              <a:rPr lang="it-IT"/>
              <a:t> davanti a più di un costruttore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ha senso usare </a:t>
            </a:r>
            <a:r>
              <a:rPr i="1" lang="it-IT"/>
              <a:t>@Autowired</a:t>
            </a:r>
            <a:r>
              <a:rPr lang="it-IT"/>
              <a:t> davanti ad un costruttore parametrico quando questo non è l’unico costruttore della classe</a:t>
            </a:r>
            <a:endParaRPr i="1"/>
          </a:p>
        </p:txBody>
      </p:sp>
      <p:sp>
        <p:nvSpPr>
          <p:cNvPr id="144" name="Google Shape;144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5" name="Google Shape;145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riferita al costruttore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@Component("persona")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PersonaImpl implements Persona{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….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PersonaImpl()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…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@Autowired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PersonaImpl(@Value("") String nome,@Value("") String 	cognome,@Value("180.0f") Float altezza,@Value("true") Boolean 	maschio)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….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tal caso stiamo chiedendo a Spring di usare il costruttore parametrico al posto di quello vuoto</a:t>
            </a:r>
            <a:endParaRPr/>
          </a:p>
        </p:txBody>
      </p:sp>
      <p:sp>
        <p:nvSpPr>
          <p:cNvPr id="151" name="Google Shape;151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2" name="Google Shape;152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riferita al costruttore</a:t>
            </a:r>
            <a:br>
              <a:rPr lang="it-IT"/>
            </a:br>
            <a:r>
              <a:rPr lang="it-IT"/>
              <a:t>Esempio (1/2)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@Component("macchina")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class MacchinaImpl implements Macchina{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....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public MacchinaImpl()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….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public MacchinaImpl(@Value("") String marca)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….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@Autowired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public MacchinaImpl(@Value("") String 	marca,@Qualifier("persona") 			Persona proprietario) {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600"/>
              <a:buChar char="*"/>
            </a:pPr>
            <a:r>
              <a:rPr lang="it-IT" sz="2600"/>
              <a:t>in tal caso stiamo chiedendo a Spring di usare l’ultimo costruttore parametrico (che a sua volta richiamerà il costruttore parametrico di </a:t>
            </a:r>
            <a:r>
              <a:rPr i="1" lang="it-IT" sz="2600"/>
              <a:t>PersonaImpl)</a:t>
            </a:r>
            <a:endParaRPr sz="2600"/>
          </a:p>
        </p:txBody>
      </p:sp>
      <p:sp>
        <p:nvSpPr>
          <p:cNvPr id="158" name="Google Shape;158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9" name="Google Shape;159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riferita al costruttore</a:t>
            </a:r>
            <a:br>
              <a:rPr lang="it-IT"/>
            </a:br>
            <a:r>
              <a:rPr lang="it-IT"/>
              <a:t>Esempio (2/2)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Quando inseriamo l’annotation </a:t>
            </a:r>
            <a:r>
              <a:rPr i="1" lang="it-IT"/>
              <a:t>@Autowired</a:t>
            </a:r>
            <a:r>
              <a:rPr lang="it-IT"/>
              <a:t> davanti ad un metodo </a:t>
            </a:r>
            <a:r>
              <a:rPr i="1" lang="it-IT"/>
              <a:t>setter</a:t>
            </a:r>
            <a:r>
              <a:rPr lang="it-IT"/>
              <a:t> di una classe, stiamo chiedendo a Spring di invocare il metodo </a:t>
            </a:r>
            <a:r>
              <a:rPr i="1" lang="it-IT"/>
              <a:t>setter</a:t>
            </a:r>
            <a:r>
              <a:rPr lang="it-IT"/>
              <a:t> in questione subito dopo aver istanziato il </a:t>
            </a:r>
            <a:r>
              <a:rPr i="1" lang="it-IT"/>
              <a:t>bean</a:t>
            </a:r>
            <a:r>
              <a:rPr lang="it-IT"/>
              <a:t> della classe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tal caso l</a:t>
            </a:r>
            <a:r>
              <a:rPr i="1" lang="it-IT"/>
              <a:t>’Application Context </a:t>
            </a:r>
            <a:r>
              <a:rPr lang="it-IT"/>
              <a:t>di Spring (in fase di </a:t>
            </a:r>
            <a:r>
              <a:rPr i="1" lang="it-IT"/>
              <a:t>start-up</a:t>
            </a:r>
            <a:r>
              <a:rPr lang="it-IT"/>
              <a:t>), per creare il </a:t>
            </a:r>
            <a:r>
              <a:rPr i="1" lang="it-IT"/>
              <a:t>bean </a:t>
            </a:r>
            <a:r>
              <a:rPr lang="it-IT"/>
              <a:t>invocherà nell’ ordine: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il costruttore della classe seguendo tutte le regole indicate nelle slides precedenti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il metodo (o i metodi) </a:t>
            </a:r>
            <a:r>
              <a:rPr i="1" lang="it-IT"/>
              <a:t>setter </a:t>
            </a:r>
            <a:r>
              <a:rPr lang="it-IT"/>
              <a:t>annotato con </a:t>
            </a:r>
            <a:r>
              <a:rPr i="1" lang="it-IT"/>
              <a:t>@Autowired</a:t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6" name="Google Shape;166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riferita </a:t>
            </a:r>
            <a:br>
              <a:rPr lang="it-IT"/>
            </a:br>
            <a:r>
              <a:rPr lang="it-IT"/>
              <a:t>ad un metodo </a:t>
            </a:r>
            <a:r>
              <a:rPr i="1" lang="it-IT"/>
              <a:t>setter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>
            <p:ph idx="1" type="body"/>
          </p:nvPr>
        </p:nvSpPr>
        <p:spPr>
          <a:xfrm>
            <a:off x="872067" y="1591056"/>
            <a:ext cx="7408333" cy="4659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@Component("macchina")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public class MacchinaImpl implements Macchina {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	….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	@Autowired</a:t>
            </a:r>
            <a:endParaRPr i="1" sz="1700"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	public MacchinaImpl(@Value("") String marca,@Qualifier("persona") 	Persona proprietario) {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		….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	@Autowired()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	public void setProprietario(@Qualifier("persona2") Persona proprietario) {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		….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 tal caso, l’</a:t>
            </a:r>
            <a:r>
              <a:rPr i="1" lang="it-IT"/>
              <a:t>IoC container</a:t>
            </a:r>
            <a:r>
              <a:rPr lang="it-IT"/>
              <a:t> di Spring quando creerà </a:t>
            </a:r>
            <a:r>
              <a:rPr i="1" lang="it-IT"/>
              <a:t>il bean</a:t>
            </a:r>
            <a:r>
              <a:rPr lang="it-IT"/>
              <a:t> di tipo </a:t>
            </a:r>
            <a:r>
              <a:rPr i="1" lang="it-IT"/>
              <a:t>Macchina</a:t>
            </a:r>
            <a:r>
              <a:rPr lang="it-IT"/>
              <a:t>, userà prima come </a:t>
            </a:r>
            <a:r>
              <a:rPr i="1" lang="it-IT"/>
              <a:t>proprietario</a:t>
            </a:r>
            <a:r>
              <a:rPr lang="it-IT"/>
              <a:t> quello associato al </a:t>
            </a:r>
            <a:r>
              <a:rPr i="1" lang="it-IT"/>
              <a:t>bean</a:t>
            </a:r>
            <a:r>
              <a:rPr lang="it-IT"/>
              <a:t> </a:t>
            </a:r>
            <a:r>
              <a:rPr i="1" lang="it-IT"/>
              <a:t>"persona" (autowired</a:t>
            </a:r>
            <a:r>
              <a:rPr lang="it-IT"/>
              <a:t> sul costruttore) e poi subito dopo il </a:t>
            </a:r>
            <a:r>
              <a:rPr i="1" lang="it-IT"/>
              <a:t>bean</a:t>
            </a:r>
            <a:r>
              <a:rPr lang="it-IT"/>
              <a:t> associato a </a:t>
            </a:r>
            <a:r>
              <a:rPr i="1" lang="it-IT"/>
              <a:t>"persona2" </a:t>
            </a:r>
            <a:r>
              <a:rPr lang="it-IT"/>
              <a:t>(</a:t>
            </a:r>
            <a:r>
              <a:rPr i="1" lang="it-IT"/>
              <a:t>autowired</a:t>
            </a:r>
            <a:r>
              <a:rPr lang="it-IT"/>
              <a:t> sul metodo </a:t>
            </a:r>
            <a:r>
              <a:rPr i="1" lang="it-IT"/>
              <a:t>setter</a:t>
            </a:r>
            <a:r>
              <a:rPr lang="it-IT"/>
              <a:t>)</a:t>
            </a:r>
            <a:endParaRPr i="1"/>
          </a:p>
        </p:txBody>
      </p:sp>
      <p:sp>
        <p:nvSpPr>
          <p:cNvPr id="172" name="Google Shape;172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3" name="Google Shape;173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ndara"/>
              <a:buNone/>
            </a:pPr>
            <a:r>
              <a:rPr lang="it-IT" sz="3600"/>
              <a:t>@Autowired riferita ad un metodo </a:t>
            </a:r>
            <a:r>
              <a:rPr i="1" lang="it-IT" sz="3600"/>
              <a:t>setter</a:t>
            </a:r>
            <a:br>
              <a:rPr i="1" lang="it-IT" sz="3600"/>
            </a:br>
            <a:r>
              <a:rPr lang="it-IT" sz="3600"/>
              <a:t>Esempio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l’annotation </a:t>
            </a:r>
            <a:r>
              <a:rPr i="1" lang="it-IT"/>
              <a:t>@Autowired</a:t>
            </a:r>
            <a:r>
              <a:rPr lang="it-IT"/>
              <a:t> posizionata davanti ad un attributo assume lo stesso comportamento di quando è posizionata davanti ad un metodo </a:t>
            </a:r>
            <a:r>
              <a:rPr i="1" lang="it-IT"/>
              <a:t>setter</a:t>
            </a:r>
            <a:r>
              <a:rPr lang="it-IT"/>
              <a:t> (differisce solo il meccanismo interno di gestione da parte di Spring)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ciò implica che: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non ha senso usare contemporaneamente l’annotation </a:t>
            </a:r>
            <a:r>
              <a:rPr i="1" lang="it-IT"/>
              <a:t>@Autowired</a:t>
            </a:r>
            <a:r>
              <a:rPr lang="it-IT"/>
              <a:t> davanti ad un attributo ed al corrispondente metodo </a:t>
            </a:r>
            <a:r>
              <a:rPr i="1" lang="it-IT"/>
              <a:t>setter</a:t>
            </a:r>
            <a:r>
              <a:rPr lang="it-IT"/>
              <a:t> (l’effetto finale sarebbe quello di usare solo quella scritta per ultima nel codice della classe)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usando l’annotation </a:t>
            </a:r>
            <a:r>
              <a:rPr i="1" lang="it-IT"/>
              <a:t>@Autowired</a:t>
            </a:r>
            <a:r>
              <a:rPr lang="it-IT"/>
              <a:t> davanti ad un attributo Spring riesce ad impostare il campo anche se i rispettivi metodi </a:t>
            </a:r>
            <a:r>
              <a:rPr i="1" lang="it-IT"/>
              <a:t>getter</a:t>
            </a:r>
            <a:r>
              <a:rPr lang="it-IT"/>
              <a:t> e </a:t>
            </a:r>
            <a:r>
              <a:rPr i="1" lang="it-IT"/>
              <a:t>setter</a:t>
            </a:r>
            <a:r>
              <a:rPr lang="it-IT"/>
              <a:t> sono assenti</a:t>
            </a:r>
            <a:endParaRPr/>
          </a:p>
        </p:txBody>
      </p:sp>
      <p:sp>
        <p:nvSpPr>
          <p:cNvPr id="179" name="Google Shape;179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0" name="Google Shape;180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riferita ad un attributo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@Component("macchina")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MacchinaImpl implements Macchina{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@Autowired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@Qualifier("persona2") 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private Persona proprietario;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private String marca;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@Autowired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@Value("F488") 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private String modello;</a:t>
            </a:r>
            <a:endParaRPr/>
          </a:p>
        </p:txBody>
      </p:sp>
      <p:sp>
        <p:nvSpPr>
          <p:cNvPr id="186" name="Google Shape;186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7" name="Google Shape;187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riferita ad un attributo</a:t>
            </a:r>
            <a:br>
              <a:rPr lang="it-IT"/>
            </a:br>
            <a:r>
              <a:rPr lang="it-IT"/>
              <a:t>Esempio (1/3)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@Autowired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MacchinaImpl(@Value("") String marca,@Qualifier("persona") Persona proprietario)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….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@Autowired()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void setProprietario(@Qualifier("persona") Persona proprietario)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….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Candara"/>
              <a:buAutoNum type="arabicPeriod"/>
            </a:pPr>
            <a:r>
              <a:rPr lang="it-IT"/>
              <a:t>l‘</a:t>
            </a:r>
            <a:r>
              <a:rPr i="1" lang="it-IT"/>
              <a:t>IoC container </a:t>
            </a:r>
            <a:r>
              <a:rPr lang="it-IT"/>
              <a:t>di Spring invocherà prima il costruttore con </a:t>
            </a:r>
            <a:r>
              <a:rPr i="1" lang="it-IT"/>
              <a:t>@Autowired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	marca=""; modello=null; proprietario= (bean "persona")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Candara"/>
              <a:buAutoNum type="arabicPeriod"/>
            </a:pPr>
            <a:r>
              <a:rPr lang="it-IT"/>
              <a:t>poi, per l’</a:t>
            </a:r>
            <a:r>
              <a:rPr i="1" lang="it-IT"/>
              <a:t>@Autowired</a:t>
            </a:r>
            <a:r>
              <a:rPr lang="it-IT"/>
              <a:t> sull’attributo </a:t>
            </a:r>
            <a:r>
              <a:rPr i="1" lang="it-IT"/>
              <a:t>modello</a:t>
            </a:r>
            <a:r>
              <a:rPr lang="it-IT"/>
              <a:t>: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	marca=""; </a:t>
            </a:r>
            <a:r>
              <a:rPr b="1" i="1" lang="it-IT" sz="1900" u="sng"/>
              <a:t>modello="F488"</a:t>
            </a:r>
            <a:r>
              <a:rPr i="1" lang="it-IT" sz="1900"/>
              <a:t>; proprietario= (bean "persona")</a:t>
            </a:r>
            <a:endParaRPr sz="1900"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Candara"/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riferita ad un attributo</a:t>
            </a:r>
            <a:br>
              <a:rPr lang="it-IT"/>
            </a:br>
            <a:r>
              <a:rPr lang="it-IT"/>
              <a:t>Esempio (2/3)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33350" lvl="0" marL="27432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poi, per l’</a:t>
            </a:r>
            <a:r>
              <a:rPr i="1" lang="it-IT"/>
              <a:t>@Autowired con @Qualifier("persona2")</a:t>
            </a:r>
            <a:r>
              <a:rPr lang="it-IT"/>
              <a:t> sull’attributo </a:t>
            </a:r>
            <a:r>
              <a:rPr i="1" lang="it-IT"/>
              <a:t>proprietario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marca=""; modello="F488"; proprietario= </a:t>
            </a:r>
            <a:r>
              <a:rPr b="1" i="1" lang="it-IT" sz="1800" u="sng"/>
              <a:t>(bean "persona2")</a:t>
            </a:r>
            <a:endParaRPr b="1" sz="1800" u="sng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infine, per l’</a:t>
            </a:r>
            <a:r>
              <a:rPr i="1" lang="it-IT"/>
              <a:t>@Autowired</a:t>
            </a:r>
            <a:r>
              <a:rPr lang="it-IT"/>
              <a:t> sul metodo </a:t>
            </a:r>
            <a:r>
              <a:rPr i="1" lang="it-IT"/>
              <a:t>setProprietario</a:t>
            </a:r>
            <a:r>
              <a:rPr lang="it-IT"/>
              <a:t>:</a:t>
            </a:r>
            <a:endParaRPr/>
          </a:p>
          <a:p>
            <a:pPr indent="0" lvl="1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marca=""; modello="F488"; proprietario= </a:t>
            </a:r>
            <a:r>
              <a:rPr b="1" i="1" lang="it-IT" sz="1800" u="sng"/>
              <a:t>(bean "persona")</a:t>
            </a:r>
            <a:endParaRPr b="1" sz="1800" u="sng"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avessimo invertito la posizione nel codice dell’attributo </a:t>
            </a:r>
            <a:r>
              <a:rPr i="1" lang="it-IT"/>
              <a:t>proprietario</a:t>
            </a:r>
            <a:r>
              <a:rPr lang="it-IT"/>
              <a:t> e del rispettivo metodo </a:t>
            </a:r>
            <a:r>
              <a:rPr i="1" lang="it-IT"/>
              <a:t>setter</a:t>
            </a:r>
            <a:r>
              <a:rPr lang="it-IT"/>
              <a:t>, scrivendo quindi prima il metodo </a:t>
            </a:r>
            <a:r>
              <a:rPr i="1" lang="it-IT"/>
              <a:t>setProprietario</a:t>
            </a:r>
            <a:r>
              <a:rPr lang="it-IT"/>
              <a:t>, alla fine il </a:t>
            </a:r>
            <a:r>
              <a:rPr i="1" lang="it-IT"/>
              <a:t>bean</a:t>
            </a:r>
            <a:r>
              <a:rPr lang="it-IT"/>
              <a:t> creato da Spring avrebbe avuto impostato come </a:t>
            </a:r>
            <a:r>
              <a:rPr i="1" lang="it-IT"/>
              <a:t>proprietario </a:t>
            </a:r>
            <a:r>
              <a:rPr lang="it-IT"/>
              <a:t>il </a:t>
            </a:r>
            <a:r>
              <a:rPr i="1" lang="it-IT"/>
              <a:t>bean</a:t>
            </a:r>
            <a:r>
              <a:rPr lang="it-IT"/>
              <a:t> </a:t>
            </a:r>
            <a:r>
              <a:rPr i="1" lang="it-IT"/>
              <a:t>persona2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1" name="Google Shape;201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riferita ad un attributo</a:t>
            </a:r>
            <a:br>
              <a:rPr lang="it-IT"/>
            </a:br>
            <a:r>
              <a:rPr lang="it-IT"/>
              <a:t>Esempio (3/3)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N.B.:</a:t>
            </a:r>
            <a:r>
              <a:rPr lang="it-IT"/>
              <a:t> gli </a:t>
            </a:r>
            <a:r>
              <a:rPr i="1" lang="it-IT"/>
              <a:t>@Autowired </a:t>
            </a:r>
            <a:r>
              <a:rPr lang="it-IT"/>
              <a:t>su attributi o metodi </a:t>
            </a:r>
            <a:r>
              <a:rPr i="1" lang="it-IT"/>
              <a:t>setter</a:t>
            </a:r>
            <a:r>
              <a:rPr lang="it-IT"/>
              <a:t> scattano su qualsiasi tipo di oggetto creato dall’</a:t>
            </a:r>
            <a:r>
              <a:rPr i="1" lang="it-IT"/>
              <a:t>IoC container</a:t>
            </a:r>
            <a:r>
              <a:rPr lang="it-IT"/>
              <a:t> di Spring, quindi anche su oggetti creati tramite </a:t>
            </a:r>
            <a:r>
              <a:rPr i="1" lang="it-IT"/>
              <a:t>@Bean</a:t>
            </a:r>
            <a:endParaRPr/>
          </a:p>
        </p:txBody>
      </p:sp>
      <p:sp>
        <p:nvSpPr>
          <p:cNvPr id="207" name="Google Shape;207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8" name="Google Shape;208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@Autowired su attributi e setter</a:t>
            </a:r>
            <a:br>
              <a:rPr lang="it-IT"/>
            </a:br>
            <a:r>
              <a:rPr lang="it-IT"/>
              <a:t>Osservazioni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</a:t>
            </a:r>
            <a:r>
              <a:rPr i="1" lang="it-IT"/>
              <a:t>IoC container </a:t>
            </a:r>
            <a:r>
              <a:rPr lang="it-IT"/>
              <a:t>di Spring di default, come detto, in fase di </a:t>
            </a:r>
            <a:r>
              <a:rPr i="1" lang="it-IT"/>
              <a:t>start-up</a:t>
            </a:r>
            <a:r>
              <a:rPr lang="it-IT"/>
              <a:t> crea tutti i </a:t>
            </a:r>
            <a:r>
              <a:rPr i="1" lang="it-IT"/>
              <a:t>bean</a:t>
            </a:r>
            <a:r>
              <a:rPr lang="it-IT"/>
              <a:t> configurati e li gestisce mediante il </a:t>
            </a:r>
            <a:r>
              <a:rPr i="1" lang="it-IT"/>
              <a:t>pattern Singleton</a:t>
            </a:r>
            <a:r>
              <a:rPr lang="it-IT"/>
              <a:t>, ovvero per ciascun </a:t>
            </a:r>
            <a:r>
              <a:rPr i="1" lang="it-IT"/>
              <a:t>bean</a:t>
            </a:r>
            <a:r>
              <a:rPr lang="it-IT"/>
              <a:t> gestito da Spring, di default, esiste un’unica istanza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Questo comportamento di default può essere cambiato tramite l’annotation @</a:t>
            </a:r>
            <a:r>
              <a:rPr i="1" lang="it-IT"/>
              <a:t>Scope: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@Component("beanScope")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@Scope(scopeName = ConfigurableBeanFactory.SCOPE_PROTOTYPE)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BeanScopeExample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….</a:t>
            </a:r>
            <a:endParaRPr/>
          </a:p>
          <a:p>
            <a:pPr indent="-274320" lvl="0" marL="274320" rtl="0" algn="l">
              <a:spcBef>
                <a:spcPts val="400"/>
              </a:spcBef>
              <a:spcAft>
                <a:spcPts val="0"/>
              </a:spcAft>
              <a:buSzPts val="2000"/>
              <a:buChar char="*"/>
            </a:pPr>
            <a:r>
              <a:rPr lang="it-IT" sz="2000"/>
              <a:t>in tal caso, ogni volta che invocheremo </a:t>
            </a:r>
            <a:r>
              <a:rPr i="1" lang="it-IT" sz="2000"/>
              <a:t>sull’Application Context </a:t>
            </a:r>
            <a:r>
              <a:rPr lang="it-IT" sz="2000"/>
              <a:t>il metodo </a:t>
            </a:r>
            <a:r>
              <a:rPr i="1" lang="it-IT" sz="2000"/>
              <a:t>getBean</a:t>
            </a:r>
            <a:r>
              <a:rPr lang="it-IT" sz="2000"/>
              <a:t> Spring ci restituirà ogni volta un’istanza nuova</a:t>
            </a:r>
            <a:endParaRPr sz="2000"/>
          </a:p>
        </p:txBody>
      </p:sp>
      <p:sp>
        <p:nvSpPr>
          <p:cNvPr id="214" name="Google Shape;214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5" name="Google Shape;215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Bean </a:t>
            </a:r>
            <a:r>
              <a:rPr lang="it-IT"/>
              <a:t> con scope </a:t>
            </a:r>
            <a:r>
              <a:rPr i="1" lang="it-IT"/>
              <a:t>Prototype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2020-01-03T14:34:34Z</dcterms:created>
  <dc:creator>Roberto Santoro</dc:creator>
</cp:coreProperties>
</file>