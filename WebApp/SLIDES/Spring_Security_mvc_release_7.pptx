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6858000" cx="9144000"/>
  <p:notesSz cx="6858000" cy="9144000"/>
  <p:embeddedFontLst>
    <p:embeddedFont>
      <p:font typeface="Candara"/>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9" roundtripDataSignature="AMtx7mi4BMoK1T23bbecFDbLacFFxi5E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Candara-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Candara-italic.fntdata"/><Relationship Id="rId14" Type="http://schemas.openxmlformats.org/officeDocument/2006/relationships/slide" Target="slides/slide9.xml"/><Relationship Id="rId36" Type="http://schemas.openxmlformats.org/officeDocument/2006/relationships/font" Target="fonts/Candara-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Candara-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it-IT"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4" name="Google Shape;13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5" name="Google Shape;175;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4" name="Google Shape;274;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2" name="Google Shape;30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3" name="Google Shape;323;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0" name="Google Shape;330;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showMasterSp="0" type="title">
  <p:cSld name="TITLE">
    <p:spTree>
      <p:nvGrpSpPr>
        <p:cNvPr id="22" name="Shape 22"/>
        <p:cNvGrpSpPr/>
        <p:nvPr/>
      </p:nvGrpSpPr>
      <p:grpSpPr>
        <a:xfrm>
          <a:off x="0" y="0"/>
          <a:ext cx="0" cy="0"/>
          <a:chOff x="0" y="0"/>
          <a:chExt cx="0" cy="0"/>
        </a:xfrm>
      </p:grpSpPr>
      <p:sp>
        <p:nvSpPr>
          <p:cNvPr id="23" name="Google Shape;23;p31"/>
          <p:cNvSpPr/>
          <p:nvPr/>
        </p:nvSpPr>
        <p:spPr>
          <a:xfrm>
            <a:off x="228600" y="228600"/>
            <a:ext cx="8695944" cy="6035040"/>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24" name="Google Shape;24;p31"/>
          <p:cNvGrpSpPr/>
          <p:nvPr/>
        </p:nvGrpSpPr>
        <p:grpSpPr>
          <a:xfrm>
            <a:off x="211665" y="5353963"/>
            <a:ext cx="8723376" cy="1331580"/>
            <a:chOff x="-3905250" y="4294188"/>
            <a:chExt cx="13011150" cy="1892300"/>
          </a:xfrm>
        </p:grpSpPr>
        <p:sp>
          <p:nvSpPr>
            <p:cNvPr id="25" name="Google Shape;25;p31"/>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6" name="Google Shape;26;p31"/>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7" name="Google Shape;27;p31"/>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8" name="Google Shape;28;p31"/>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29" name="Google Shape;29;p31"/>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30" name="Google Shape;30;p31"/>
          <p:cNvSpPr txBox="1"/>
          <p:nvPr>
            <p:ph type="ctrTitle"/>
          </p:nvPr>
        </p:nvSpPr>
        <p:spPr>
          <a:xfrm>
            <a:off x="685800" y="1600200"/>
            <a:ext cx="7772400" cy="1780108"/>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rgbClr val="FFFFFF"/>
              </a:buClr>
              <a:buSzPts val="4400"/>
              <a:buFont typeface="Candara"/>
              <a:buNone/>
              <a:defRPr sz="44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1"/>
          <p:cNvSpPr txBox="1"/>
          <p:nvPr>
            <p:ph idx="1" type="subTitle"/>
          </p:nvPr>
        </p:nvSpPr>
        <p:spPr>
          <a:xfrm>
            <a:off x="1371600" y="3556001"/>
            <a:ext cx="6400800" cy="1473200"/>
          </a:xfrm>
          <a:prstGeom prst="rect">
            <a:avLst/>
          </a:prstGeom>
          <a:noFill/>
          <a:ln>
            <a:noFill/>
          </a:ln>
        </p:spPr>
        <p:txBody>
          <a:bodyPr anchorCtr="0" anchor="t" bIns="45700" lIns="91425" spcFirstLastPara="1" rIns="91425" wrap="square" tIns="45700">
            <a:normAutofit/>
          </a:bodyPr>
          <a:lstStyle>
            <a:lvl1pPr lvl="0" algn="ctr">
              <a:spcBef>
                <a:spcPts val="400"/>
              </a:spcBef>
              <a:spcAft>
                <a:spcPts val="0"/>
              </a:spcAft>
              <a:buSzPts val="2000"/>
              <a:buNone/>
              <a:defRPr sz="2000">
                <a:solidFill>
                  <a:srgbClr val="FFFFFF"/>
                </a:solidFill>
              </a:defRPr>
            </a:lvl1pPr>
            <a:lvl2pPr lvl="1" algn="ctr">
              <a:spcBef>
                <a:spcPts val="440"/>
              </a:spcBef>
              <a:spcAft>
                <a:spcPts val="0"/>
              </a:spcAft>
              <a:buSzPts val="2200"/>
              <a:buNone/>
              <a:defRPr>
                <a:solidFill>
                  <a:srgbClr val="888888"/>
                </a:solidFill>
              </a:defRPr>
            </a:lvl2pPr>
            <a:lvl3pPr lvl="2" algn="ctr">
              <a:spcBef>
                <a:spcPts val="400"/>
              </a:spcBef>
              <a:spcAft>
                <a:spcPts val="0"/>
              </a:spcAft>
              <a:buSzPts val="2000"/>
              <a:buNone/>
              <a:defRPr>
                <a:solidFill>
                  <a:srgbClr val="888888"/>
                </a:solidFill>
              </a:defRPr>
            </a:lvl3pPr>
            <a:lvl4pPr lvl="3" algn="ctr">
              <a:spcBef>
                <a:spcPts val="360"/>
              </a:spcBef>
              <a:spcAft>
                <a:spcPts val="0"/>
              </a:spcAft>
              <a:buSzPts val="1800"/>
              <a:buNone/>
              <a:defRPr>
                <a:solidFill>
                  <a:srgbClr val="888888"/>
                </a:solidFill>
              </a:defRPr>
            </a:lvl4pPr>
            <a:lvl5pPr lvl="4" algn="ctr">
              <a:spcBef>
                <a:spcPts val="320"/>
              </a:spcBef>
              <a:spcAft>
                <a:spcPts val="0"/>
              </a:spcAft>
              <a:buSzPts val="1600"/>
              <a:buNone/>
              <a:defRPr>
                <a:solidFill>
                  <a:srgbClr val="888888"/>
                </a:solidFill>
              </a:defRPr>
            </a:lvl5pPr>
            <a:lvl6pPr lvl="5" algn="ctr">
              <a:spcBef>
                <a:spcPts val="384"/>
              </a:spcBef>
              <a:spcAft>
                <a:spcPts val="0"/>
              </a:spcAft>
              <a:buSzPts val="1400"/>
              <a:buNone/>
              <a:defRPr>
                <a:solidFill>
                  <a:srgbClr val="888888"/>
                </a:solidFill>
              </a:defRPr>
            </a:lvl6pPr>
            <a:lvl7pPr lvl="6" algn="ctr">
              <a:spcBef>
                <a:spcPts val="384"/>
              </a:spcBef>
              <a:spcAft>
                <a:spcPts val="0"/>
              </a:spcAft>
              <a:buSzPts val="1400"/>
              <a:buNone/>
              <a:defRPr>
                <a:solidFill>
                  <a:srgbClr val="888888"/>
                </a:solidFill>
              </a:defRPr>
            </a:lvl7pPr>
            <a:lvl8pPr lvl="7" algn="ctr">
              <a:spcBef>
                <a:spcPts val="384"/>
              </a:spcBef>
              <a:spcAft>
                <a:spcPts val="0"/>
              </a:spcAft>
              <a:buSzPts val="1400"/>
              <a:buNone/>
              <a:defRPr>
                <a:solidFill>
                  <a:srgbClr val="888888"/>
                </a:solidFill>
              </a:defRPr>
            </a:lvl8pPr>
            <a:lvl9pPr lvl="8" algn="ctr">
              <a:spcBef>
                <a:spcPts val="384"/>
              </a:spcBef>
              <a:spcAft>
                <a:spcPts val="0"/>
              </a:spcAft>
              <a:buSzPts val="1400"/>
              <a:buNone/>
              <a:defRPr>
                <a:solidFill>
                  <a:srgbClr val="888888"/>
                </a:solidFill>
              </a:defRPr>
            </a:lvl9pPr>
          </a:lstStyle>
          <a:p/>
        </p:txBody>
      </p:sp>
      <p:sp>
        <p:nvSpPr>
          <p:cNvPr id="32" name="Google Shape;32;p31"/>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31"/>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3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contenuto" type="obj">
  <p:cSld name="OBJECT">
    <p:spTree>
      <p:nvGrpSpPr>
        <p:cNvPr id="35" name="Shape 35"/>
        <p:cNvGrpSpPr/>
        <p:nvPr/>
      </p:nvGrpSpPr>
      <p:grpSpPr>
        <a:xfrm>
          <a:off x="0" y="0"/>
          <a:ext cx="0" cy="0"/>
          <a:chOff x="0" y="0"/>
          <a:chExt cx="0" cy="0"/>
        </a:xfrm>
      </p:grpSpPr>
      <p:sp>
        <p:nvSpPr>
          <p:cNvPr id="36" name="Google Shape;36;p32"/>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37" name="Google Shape;37;p32"/>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2"/>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40" name="Google Shape;40;p3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estazione sezione" showMasterSp="0" type="secHead">
  <p:cSld name="SECTION_HEADER">
    <p:spTree>
      <p:nvGrpSpPr>
        <p:cNvPr id="41" name="Shape 41"/>
        <p:cNvGrpSpPr/>
        <p:nvPr/>
      </p:nvGrpSpPr>
      <p:grpSpPr>
        <a:xfrm>
          <a:off x="0" y="0"/>
          <a:ext cx="0" cy="0"/>
          <a:chOff x="0" y="0"/>
          <a:chExt cx="0" cy="0"/>
        </a:xfrm>
      </p:grpSpPr>
      <p:sp>
        <p:nvSpPr>
          <p:cNvPr id="42" name="Google Shape;42;p33"/>
          <p:cNvSpPr/>
          <p:nvPr/>
        </p:nvSpPr>
        <p:spPr>
          <a:xfrm>
            <a:off x="228600" y="228600"/>
            <a:ext cx="8695944" cy="4736592"/>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43" name="Google Shape;43;p33"/>
          <p:cNvSpPr/>
          <p:nvPr/>
        </p:nvSpPr>
        <p:spPr>
          <a:xfrm>
            <a:off x="6047438" y="4203592"/>
            <a:ext cx="2876429" cy="714026"/>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4" name="Google Shape;44;p33"/>
          <p:cNvSpPr/>
          <p:nvPr/>
        </p:nvSpPr>
        <p:spPr>
          <a:xfrm>
            <a:off x="2619320" y="4075290"/>
            <a:ext cx="5544515" cy="850138"/>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5" name="Google Shape;45;p33"/>
          <p:cNvSpPr/>
          <p:nvPr/>
        </p:nvSpPr>
        <p:spPr>
          <a:xfrm>
            <a:off x="2828728" y="4087562"/>
            <a:ext cx="5467980" cy="774272"/>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6" name="Google Shape;46;p33"/>
          <p:cNvSpPr/>
          <p:nvPr/>
        </p:nvSpPr>
        <p:spPr>
          <a:xfrm>
            <a:off x="5609489" y="4074174"/>
            <a:ext cx="3308000" cy="651549"/>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7" name="Google Shape;47;p33"/>
          <p:cNvSpPr/>
          <p:nvPr/>
        </p:nvSpPr>
        <p:spPr>
          <a:xfrm>
            <a:off x="211665" y="4058555"/>
            <a:ext cx="8723376" cy="1329874"/>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48" name="Google Shape;48;p33"/>
          <p:cNvSpPr txBox="1"/>
          <p:nvPr>
            <p:ph type="title"/>
          </p:nvPr>
        </p:nvSpPr>
        <p:spPr>
          <a:xfrm>
            <a:off x="690032" y="2463560"/>
            <a:ext cx="7772400" cy="1524000"/>
          </a:xfrm>
          <a:prstGeom prst="rect">
            <a:avLst/>
          </a:prstGeom>
          <a:noFill/>
          <a:ln>
            <a:noFill/>
          </a:ln>
        </p:spPr>
        <p:txBody>
          <a:bodyPr anchorCtr="0" anchor="t" bIns="45700" lIns="91425" spcFirstLastPara="1" rIns="91425" wrap="square" tIns="45700">
            <a:normAutofit/>
          </a:bodyPr>
          <a:lstStyle>
            <a:lvl1pPr lvl="0" algn="ctr">
              <a:spcBef>
                <a:spcPts val="0"/>
              </a:spcBef>
              <a:spcAft>
                <a:spcPts val="0"/>
              </a:spcAft>
              <a:buClr>
                <a:srgbClr val="FFFFFF"/>
              </a:buClr>
              <a:buSzPts val="4400"/>
              <a:buFont typeface="Candara"/>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33"/>
          <p:cNvSpPr txBox="1"/>
          <p:nvPr>
            <p:ph idx="1" type="body"/>
          </p:nvPr>
        </p:nvSpPr>
        <p:spPr>
          <a:xfrm>
            <a:off x="1367365" y="1437448"/>
            <a:ext cx="6417734" cy="939801"/>
          </a:xfrm>
          <a:prstGeom prst="rect">
            <a:avLst/>
          </a:prstGeom>
          <a:noFill/>
          <a:ln>
            <a:noFill/>
          </a:ln>
        </p:spPr>
        <p:txBody>
          <a:bodyPr anchorCtr="0" anchor="b" bIns="45700" lIns="91425" spcFirstLastPara="1" rIns="91425" wrap="square" tIns="45700">
            <a:normAutofit/>
          </a:bodyPr>
          <a:lstStyle>
            <a:lvl1pPr indent="-228600" lvl="0" marL="457200" algn="ctr">
              <a:spcBef>
                <a:spcPts val="400"/>
              </a:spcBef>
              <a:spcAft>
                <a:spcPts val="0"/>
              </a:spcAft>
              <a:buSzPts val="2000"/>
              <a:buNone/>
              <a:defRPr sz="2000">
                <a:solidFill>
                  <a:srgbClr val="FFFFFF"/>
                </a:solidFill>
              </a:defRPr>
            </a:lvl1pPr>
            <a:lvl2pPr indent="-228600" lvl="1" marL="914400" algn="l">
              <a:spcBef>
                <a:spcPts val="360"/>
              </a:spcBef>
              <a:spcAft>
                <a:spcPts val="0"/>
              </a:spcAft>
              <a:buSzPts val="1800"/>
              <a:buNone/>
              <a:defRPr sz="1800">
                <a:solidFill>
                  <a:srgbClr val="888888"/>
                </a:solidFill>
              </a:defRPr>
            </a:lvl2pPr>
            <a:lvl3pPr indent="-228600" lvl="2" marL="1371600" algn="l">
              <a:spcBef>
                <a:spcPts val="320"/>
              </a:spcBef>
              <a:spcAft>
                <a:spcPts val="0"/>
              </a:spcAft>
              <a:buSzPts val="1600"/>
              <a:buNone/>
              <a:defRPr sz="1600">
                <a:solidFill>
                  <a:srgbClr val="888888"/>
                </a:solidFill>
              </a:defRPr>
            </a:lvl3pPr>
            <a:lvl4pPr indent="-228600" lvl="3" marL="1828800" algn="l">
              <a:spcBef>
                <a:spcPts val="280"/>
              </a:spcBef>
              <a:spcAft>
                <a:spcPts val="0"/>
              </a:spcAft>
              <a:buSzPts val="1400"/>
              <a:buNone/>
              <a:defRPr sz="1400">
                <a:solidFill>
                  <a:srgbClr val="888888"/>
                </a:solidFill>
              </a:defRPr>
            </a:lvl4pPr>
            <a:lvl5pPr indent="-228600" lvl="4" marL="2286000" algn="l">
              <a:spcBef>
                <a:spcPts val="280"/>
              </a:spcBef>
              <a:spcAft>
                <a:spcPts val="0"/>
              </a:spcAft>
              <a:buSzPts val="1400"/>
              <a:buNone/>
              <a:defRPr sz="1400">
                <a:solidFill>
                  <a:srgbClr val="888888"/>
                </a:solidFill>
              </a:defRPr>
            </a:lvl5pPr>
            <a:lvl6pPr indent="-228600" lvl="5" marL="2743200" algn="l">
              <a:spcBef>
                <a:spcPts val="384"/>
              </a:spcBef>
              <a:spcAft>
                <a:spcPts val="0"/>
              </a:spcAft>
              <a:buSzPts val="1400"/>
              <a:buNone/>
              <a:defRPr sz="1400">
                <a:solidFill>
                  <a:srgbClr val="888888"/>
                </a:solidFill>
              </a:defRPr>
            </a:lvl6pPr>
            <a:lvl7pPr indent="-228600" lvl="6" marL="3200400" algn="l">
              <a:spcBef>
                <a:spcPts val="384"/>
              </a:spcBef>
              <a:spcAft>
                <a:spcPts val="0"/>
              </a:spcAft>
              <a:buSzPts val="1400"/>
              <a:buNone/>
              <a:defRPr sz="1400">
                <a:solidFill>
                  <a:srgbClr val="888888"/>
                </a:solidFill>
              </a:defRPr>
            </a:lvl7pPr>
            <a:lvl8pPr indent="-228600" lvl="7" marL="3657600" algn="l">
              <a:spcBef>
                <a:spcPts val="384"/>
              </a:spcBef>
              <a:spcAft>
                <a:spcPts val="0"/>
              </a:spcAft>
              <a:buSzPts val="1400"/>
              <a:buNone/>
              <a:defRPr sz="1400">
                <a:solidFill>
                  <a:srgbClr val="888888"/>
                </a:solidFill>
              </a:defRPr>
            </a:lvl8pPr>
            <a:lvl9pPr indent="-228600" lvl="8" marL="4114800" algn="l">
              <a:spcBef>
                <a:spcPts val="384"/>
              </a:spcBef>
              <a:spcAft>
                <a:spcPts val="0"/>
              </a:spcAft>
              <a:buSzPts val="1400"/>
              <a:buNone/>
              <a:defRPr sz="1400">
                <a:solidFill>
                  <a:srgbClr val="888888"/>
                </a:solidFill>
              </a:defRPr>
            </a:lvl9pPr>
          </a:lstStyle>
          <a:p/>
        </p:txBody>
      </p:sp>
      <p:sp>
        <p:nvSpPr>
          <p:cNvPr id="50" name="Google Shape;50;p33"/>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33"/>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ue contenuti" type="twoObj">
  <p:cSld name="TWO_OBJECTS">
    <p:spTree>
      <p:nvGrpSpPr>
        <p:cNvPr id="53" name="Shape 53"/>
        <p:cNvGrpSpPr/>
        <p:nvPr/>
      </p:nvGrpSpPr>
      <p:grpSpPr>
        <a:xfrm>
          <a:off x="0" y="0"/>
          <a:ext cx="0" cy="0"/>
          <a:chOff x="0" y="0"/>
          <a:chExt cx="0" cy="0"/>
        </a:xfrm>
      </p:grpSpPr>
      <p:sp>
        <p:nvSpPr>
          <p:cNvPr id="54" name="Google Shape;54;p3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34"/>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4"/>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58" name="Google Shape;58;p34"/>
          <p:cNvSpPr txBox="1"/>
          <p:nvPr>
            <p:ph idx="1" type="body"/>
          </p:nvPr>
        </p:nvSpPr>
        <p:spPr>
          <a:xfrm>
            <a:off x="676655" y="2679192"/>
            <a:ext cx="3822192" cy="3447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59" name="Google Shape;59;p34"/>
          <p:cNvSpPr txBox="1"/>
          <p:nvPr>
            <p:ph idx="2" type="body"/>
          </p:nvPr>
        </p:nvSpPr>
        <p:spPr>
          <a:xfrm>
            <a:off x="4645152" y="2679192"/>
            <a:ext cx="3822192" cy="3447288"/>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SzPts val="1800"/>
              <a:buChar char="*"/>
              <a:defRPr/>
            </a:lvl1pPr>
            <a:lvl2pPr indent="-342900" lvl="1" marL="914400" algn="l">
              <a:spcBef>
                <a:spcPts val="360"/>
              </a:spcBef>
              <a:spcAft>
                <a:spcPts val="0"/>
              </a:spcAft>
              <a:buSzPts val="1800"/>
              <a:buChar char="*"/>
              <a:defRPr/>
            </a:lvl2pPr>
            <a:lvl3pPr indent="-342900" lvl="2" marL="1371600" algn="l">
              <a:spcBef>
                <a:spcPts val="360"/>
              </a:spcBef>
              <a:spcAft>
                <a:spcPts val="0"/>
              </a:spcAft>
              <a:buSzPts val="180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fronto" type="twoTxTwoObj">
  <p:cSld name="TWO_OBJECTS_WITH_TEXT">
    <p:spTree>
      <p:nvGrpSpPr>
        <p:cNvPr id="60" name="Shape 60"/>
        <p:cNvGrpSpPr/>
        <p:nvPr/>
      </p:nvGrpSpPr>
      <p:grpSpPr>
        <a:xfrm>
          <a:off x="0" y="0"/>
          <a:ext cx="0" cy="0"/>
          <a:chOff x="0" y="0"/>
          <a:chExt cx="0" cy="0"/>
        </a:xfrm>
      </p:grpSpPr>
      <p:sp>
        <p:nvSpPr>
          <p:cNvPr id="61" name="Google Shape;61;p3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4400"/>
              <a:buFont typeface="Candar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35"/>
          <p:cNvSpPr txBox="1"/>
          <p:nvPr>
            <p:ph idx="1" type="body"/>
          </p:nvPr>
        </p:nvSpPr>
        <p:spPr>
          <a:xfrm>
            <a:off x="676656" y="2678114"/>
            <a:ext cx="3822192"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2400"/>
              <a:buNone/>
              <a:defRPr b="0" sz="2400">
                <a:solidFill>
                  <a:schemeClr val="dk2"/>
                </a:solidFill>
                <a:latin typeface="Candara"/>
                <a:ea typeface="Candara"/>
                <a:cs typeface="Candara"/>
                <a:sym typeface="Candara"/>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84"/>
              </a:spcBef>
              <a:spcAft>
                <a:spcPts val="0"/>
              </a:spcAft>
              <a:buSzPts val="1600"/>
              <a:buNone/>
              <a:defRPr b="1" sz="1600"/>
            </a:lvl6pPr>
            <a:lvl7pPr indent="-228600" lvl="6" marL="3200400" algn="l">
              <a:spcBef>
                <a:spcPts val="384"/>
              </a:spcBef>
              <a:spcAft>
                <a:spcPts val="0"/>
              </a:spcAft>
              <a:buSzPts val="1600"/>
              <a:buNone/>
              <a:defRPr b="1" sz="1600"/>
            </a:lvl7pPr>
            <a:lvl8pPr indent="-228600" lvl="7" marL="3657600" algn="l">
              <a:spcBef>
                <a:spcPts val="384"/>
              </a:spcBef>
              <a:spcAft>
                <a:spcPts val="0"/>
              </a:spcAft>
              <a:buSzPts val="1600"/>
              <a:buNone/>
              <a:defRPr b="1" sz="1600"/>
            </a:lvl8pPr>
            <a:lvl9pPr indent="-228600" lvl="8" marL="4114800" algn="l">
              <a:spcBef>
                <a:spcPts val="384"/>
              </a:spcBef>
              <a:spcAft>
                <a:spcPts val="0"/>
              </a:spcAft>
              <a:buSzPts val="1600"/>
              <a:buNone/>
              <a:defRPr b="1" sz="1600"/>
            </a:lvl9pPr>
          </a:lstStyle>
          <a:p/>
        </p:txBody>
      </p:sp>
      <p:sp>
        <p:nvSpPr>
          <p:cNvPr id="63" name="Google Shape;63;p35"/>
          <p:cNvSpPr txBox="1"/>
          <p:nvPr>
            <p:ph idx="2" type="body"/>
          </p:nvPr>
        </p:nvSpPr>
        <p:spPr>
          <a:xfrm>
            <a:off x="677332" y="3429000"/>
            <a:ext cx="3820055" cy="2697163"/>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SzPts val="2000"/>
              <a:buChar char="*"/>
              <a:defRPr sz="2000"/>
            </a:lvl1pPr>
            <a:lvl2pPr indent="-342900" lvl="1" marL="914400" algn="l">
              <a:spcBef>
                <a:spcPts val="360"/>
              </a:spcBef>
              <a:spcAft>
                <a:spcPts val="0"/>
              </a:spcAft>
              <a:buSzPts val="1800"/>
              <a:buChar char="*"/>
              <a:defRPr sz="1800"/>
            </a:lvl2pPr>
            <a:lvl3pPr indent="-330200" lvl="2" marL="1371600" algn="l">
              <a:spcBef>
                <a:spcPts val="320"/>
              </a:spcBef>
              <a:spcAft>
                <a:spcPts val="0"/>
              </a:spcAft>
              <a:buSzPts val="1600"/>
              <a:buChar char="*"/>
              <a:defRPr sz="1600"/>
            </a:lvl3pPr>
            <a:lvl4pPr indent="-317500" lvl="3" marL="1828800" algn="l">
              <a:spcBef>
                <a:spcPts val="280"/>
              </a:spcBef>
              <a:spcAft>
                <a:spcPts val="0"/>
              </a:spcAft>
              <a:buSzPts val="1400"/>
              <a:buChar char="*"/>
              <a:defRPr sz="1400"/>
            </a:lvl4pPr>
            <a:lvl5pPr indent="-317500" lvl="4" marL="2286000" algn="l">
              <a:spcBef>
                <a:spcPts val="280"/>
              </a:spcBef>
              <a:spcAft>
                <a:spcPts val="0"/>
              </a:spcAft>
              <a:buSzPts val="1400"/>
              <a:buChar char="*"/>
              <a:defRPr sz="1400"/>
            </a:lvl5pPr>
            <a:lvl6pPr indent="-330200" lvl="5" marL="2743200" algn="l">
              <a:spcBef>
                <a:spcPts val="384"/>
              </a:spcBef>
              <a:spcAft>
                <a:spcPts val="0"/>
              </a:spcAft>
              <a:buSzPts val="1600"/>
              <a:buChar char="●"/>
              <a:defRPr sz="1600"/>
            </a:lvl6pPr>
            <a:lvl7pPr indent="-330200" lvl="6" marL="3200400" algn="l">
              <a:spcBef>
                <a:spcPts val="384"/>
              </a:spcBef>
              <a:spcAft>
                <a:spcPts val="0"/>
              </a:spcAft>
              <a:buSzPts val="1600"/>
              <a:buChar char="●"/>
              <a:defRPr sz="1600"/>
            </a:lvl7pPr>
            <a:lvl8pPr indent="-330200" lvl="7" marL="3657600" algn="l">
              <a:spcBef>
                <a:spcPts val="384"/>
              </a:spcBef>
              <a:spcAft>
                <a:spcPts val="0"/>
              </a:spcAft>
              <a:buSzPts val="1600"/>
              <a:buChar char="●"/>
              <a:defRPr sz="1600"/>
            </a:lvl8pPr>
            <a:lvl9pPr indent="-330200" lvl="8" marL="4114800" algn="l">
              <a:spcBef>
                <a:spcPts val="384"/>
              </a:spcBef>
              <a:spcAft>
                <a:spcPts val="0"/>
              </a:spcAft>
              <a:buSzPts val="1600"/>
              <a:buChar char="●"/>
              <a:defRPr sz="1600"/>
            </a:lvl9pPr>
          </a:lstStyle>
          <a:p/>
        </p:txBody>
      </p:sp>
      <p:sp>
        <p:nvSpPr>
          <p:cNvPr id="64" name="Google Shape;64;p35"/>
          <p:cNvSpPr txBox="1"/>
          <p:nvPr>
            <p:ph idx="3" type="body"/>
          </p:nvPr>
        </p:nvSpPr>
        <p:spPr>
          <a:xfrm>
            <a:off x="4648200" y="2678113"/>
            <a:ext cx="3822192"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2400"/>
              <a:buNone/>
              <a:defRPr b="0" i="0" sz="2400">
                <a:solidFill>
                  <a:schemeClr val="dk2"/>
                </a:solidFill>
                <a:latin typeface="Candara"/>
                <a:ea typeface="Candara"/>
                <a:cs typeface="Candara"/>
                <a:sym typeface="Candara"/>
              </a:defRPr>
            </a:lvl1pPr>
            <a:lvl2pPr indent="-228600" lvl="1" marL="914400" algn="l">
              <a:spcBef>
                <a:spcPts val="400"/>
              </a:spcBef>
              <a:spcAft>
                <a:spcPts val="0"/>
              </a:spcAft>
              <a:buSzPts val="2000"/>
              <a:buNone/>
              <a:defRPr b="1" sz="2000"/>
            </a:lvl2pPr>
            <a:lvl3pPr indent="-228600" lvl="2" marL="1371600" algn="l">
              <a:spcBef>
                <a:spcPts val="360"/>
              </a:spcBef>
              <a:spcAft>
                <a:spcPts val="0"/>
              </a:spcAft>
              <a:buSzPts val="180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84"/>
              </a:spcBef>
              <a:spcAft>
                <a:spcPts val="0"/>
              </a:spcAft>
              <a:buSzPts val="1600"/>
              <a:buNone/>
              <a:defRPr b="1" sz="1600"/>
            </a:lvl6pPr>
            <a:lvl7pPr indent="-228600" lvl="6" marL="3200400" algn="l">
              <a:spcBef>
                <a:spcPts val="384"/>
              </a:spcBef>
              <a:spcAft>
                <a:spcPts val="0"/>
              </a:spcAft>
              <a:buSzPts val="1600"/>
              <a:buNone/>
              <a:defRPr b="1" sz="1600"/>
            </a:lvl7pPr>
            <a:lvl8pPr indent="-228600" lvl="7" marL="3657600" algn="l">
              <a:spcBef>
                <a:spcPts val="384"/>
              </a:spcBef>
              <a:spcAft>
                <a:spcPts val="0"/>
              </a:spcAft>
              <a:buSzPts val="1600"/>
              <a:buNone/>
              <a:defRPr b="1" sz="1600"/>
            </a:lvl8pPr>
            <a:lvl9pPr indent="-228600" lvl="8" marL="4114800" algn="l">
              <a:spcBef>
                <a:spcPts val="384"/>
              </a:spcBef>
              <a:spcAft>
                <a:spcPts val="0"/>
              </a:spcAft>
              <a:buSzPts val="1600"/>
              <a:buNone/>
              <a:defRPr b="1" sz="1600"/>
            </a:lvl9pPr>
          </a:lstStyle>
          <a:p/>
        </p:txBody>
      </p:sp>
      <p:sp>
        <p:nvSpPr>
          <p:cNvPr id="65" name="Google Shape;65;p35"/>
          <p:cNvSpPr txBox="1"/>
          <p:nvPr>
            <p:ph idx="4" type="body"/>
          </p:nvPr>
        </p:nvSpPr>
        <p:spPr>
          <a:xfrm>
            <a:off x="4645025" y="3429000"/>
            <a:ext cx="3822192" cy="2697163"/>
          </a:xfrm>
          <a:prstGeom prst="rect">
            <a:avLst/>
          </a:prstGeom>
          <a:noFill/>
          <a:ln>
            <a:noFill/>
          </a:ln>
        </p:spPr>
        <p:txBody>
          <a:bodyPr anchorCtr="0" anchor="t" bIns="45700" lIns="91425" spcFirstLastPara="1" rIns="91425" wrap="square" tIns="45700">
            <a:normAutofit/>
          </a:bodyPr>
          <a:lstStyle>
            <a:lvl1pPr indent="-355600" lvl="0" marL="457200" algn="l">
              <a:spcBef>
                <a:spcPts val="400"/>
              </a:spcBef>
              <a:spcAft>
                <a:spcPts val="0"/>
              </a:spcAft>
              <a:buSzPts val="2000"/>
              <a:buChar char="*"/>
              <a:defRPr sz="2000"/>
            </a:lvl1pPr>
            <a:lvl2pPr indent="-342900" lvl="1" marL="914400" algn="l">
              <a:spcBef>
                <a:spcPts val="360"/>
              </a:spcBef>
              <a:spcAft>
                <a:spcPts val="0"/>
              </a:spcAft>
              <a:buSzPts val="1800"/>
              <a:buChar char="*"/>
              <a:defRPr sz="1800"/>
            </a:lvl2pPr>
            <a:lvl3pPr indent="-330200" lvl="2" marL="1371600" algn="l">
              <a:spcBef>
                <a:spcPts val="320"/>
              </a:spcBef>
              <a:spcAft>
                <a:spcPts val="0"/>
              </a:spcAft>
              <a:buSzPts val="1600"/>
              <a:buChar char="*"/>
              <a:defRPr sz="1600"/>
            </a:lvl3pPr>
            <a:lvl4pPr indent="-317500" lvl="3" marL="1828800" algn="l">
              <a:spcBef>
                <a:spcPts val="280"/>
              </a:spcBef>
              <a:spcAft>
                <a:spcPts val="0"/>
              </a:spcAft>
              <a:buSzPts val="1400"/>
              <a:buChar char="*"/>
              <a:defRPr sz="1400"/>
            </a:lvl4pPr>
            <a:lvl5pPr indent="-317500" lvl="4" marL="2286000" algn="l">
              <a:spcBef>
                <a:spcPts val="280"/>
              </a:spcBef>
              <a:spcAft>
                <a:spcPts val="0"/>
              </a:spcAft>
              <a:buSzPts val="1400"/>
              <a:buChar char="*"/>
              <a:defRPr sz="1400"/>
            </a:lvl5pPr>
            <a:lvl6pPr indent="-330200" lvl="5" marL="2743200" algn="l">
              <a:spcBef>
                <a:spcPts val="384"/>
              </a:spcBef>
              <a:spcAft>
                <a:spcPts val="0"/>
              </a:spcAft>
              <a:buSzPts val="1600"/>
              <a:buChar char="●"/>
              <a:defRPr sz="1600"/>
            </a:lvl6pPr>
            <a:lvl7pPr indent="-330200" lvl="6" marL="3200400" algn="l">
              <a:spcBef>
                <a:spcPts val="384"/>
              </a:spcBef>
              <a:spcAft>
                <a:spcPts val="0"/>
              </a:spcAft>
              <a:buSzPts val="1600"/>
              <a:buChar char="●"/>
              <a:defRPr sz="1600"/>
            </a:lvl7pPr>
            <a:lvl8pPr indent="-330200" lvl="7" marL="3657600" algn="l">
              <a:spcBef>
                <a:spcPts val="384"/>
              </a:spcBef>
              <a:spcAft>
                <a:spcPts val="0"/>
              </a:spcAft>
              <a:buSzPts val="1600"/>
              <a:buChar char="●"/>
              <a:defRPr sz="1600"/>
            </a:lvl8pPr>
            <a:lvl9pPr indent="-330200" lvl="8" marL="4114800" algn="l">
              <a:spcBef>
                <a:spcPts val="384"/>
              </a:spcBef>
              <a:spcAft>
                <a:spcPts val="0"/>
              </a:spcAft>
              <a:buSzPts val="1600"/>
              <a:buChar char="●"/>
              <a:defRPr sz="1600"/>
            </a:lvl9pPr>
          </a:lstStyle>
          <a:p/>
        </p:txBody>
      </p:sp>
      <p:sp>
        <p:nvSpPr>
          <p:cNvPr id="66" name="Google Shape;66;p35"/>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type="titleOnly">
  <p:cSld name="TITLE_ONLY">
    <p:spTree>
      <p:nvGrpSpPr>
        <p:cNvPr id="69" name="Shape 69"/>
        <p:cNvGrpSpPr/>
        <p:nvPr/>
      </p:nvGrpSpPr>
      <p:grpSpPr>
        <a:xfrm>
          <a:off x="0" y="0"/>
          <a:ext cx="0" cy="0"/>
          <a:chOff x="0" y="0"/>
          <a:chExt cx="0" cy="0"/>
        </a:xfrm>
      </p:grpSpPr>
      <p:sp>
        <p:nvSpPr>
          <p:cNvPr id="70" name="Google Shape;70;p3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6"/>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showMasterSp="0" type="blank">
  <p:cSld name="BLANK">
    <p:spTree>
      <p:nvGrpSpPr>
        <p:cNvPr id="74" name="Shape 74"/>
        <p:cNvGrpSpPr/>
        <p:nvPr/>
      </p:nvGrpSpPr>
      <p:grpSpPr>
        <a:xfrm>
          <a:off x="0" y="0"/>
          <a:ext cx="0" cy="0"/>
          <a:chOff x="0" y="0"/>
          <a:chExt cx="0" cy="0"/>
        </a:xfrm>
      </p:grpSpPr>
      <p:sp>
        <p:nvSpPr>
          <p:cNvPr id="75" name="Google Shape;75;p37"/>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76" name="Google Shape;76;p37"/>
          <p:cNvGrpSpPr/>
          <p:nvPr/>
        </p:nvGrpSpPr>
        <p:grpSpPr>
          <a:xfrm>
            <a:off x="211665" y="714191"/>
            <a:ext cx="8723376" cy="1329874"/>
            <a:chOff x="-3905251" y="4294188"/>
            <a:chExt cx="13027839" cy="1892300"/>
          </a:xfrm>
        </p:grpSpPr>
        <p:sp>
          <p:nvSpPr>
            <p:cNvPr id="77" name="Google Shape;77;p37"/>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78" name="Google Shape;78;p37"/>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79" name="Google Shape;79;p37"/>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80" name="Google Shape;80;p37"/>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81" name="Google Shape;81;p37"/>
            <p:cNvSpPr/>
            <p:nvPr/>
          </p:nvSpPr>
          <p:spPr>
            <a:xfrm>
              <a:off x="-3905251" y="4294188"/>
              <a:ext cx="13027839"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82" name="Google Shape;82;p37"/>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7"/>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to con didascalia" showMasterSp="0" type="objTx">
  <p:cSld name="OBJECT_WITH_CAPTION_TEXT">
    <p:spTree>
      <p:nvGrpSpPr>
        <p:cNvPr id="85" name="Shape 85"/>
        <p:cNvGrpSpPr/>
        <p:nvPr/>
      </p:nvGrpSpPr>
      <p:grpSpPr>
        <a:xfrm>
          <a:off x="0" y="0"/>
          <a:ext cx="0" cy="0"/>
          <a:chOff x="0" y="0"/>
          <a:chExt cx="0" cy="0"/>
        </a:xfrm>
      </p:grpSpPr>
      <p:sp>
        <p:nvSpPr>
          <p:cNvPr id="86" name="Google Shape;86;p38"/>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87" name="Google Shape;87;p38"/>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38"/>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3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90" name="Google Shape;90;p38"/>
          <p:cNvSpPr txBox="1"/>
          <p:nvPr>
            <p:ph idx="1" type="body"/>
          </p:nvPr>
        </p:nvSpPr>
        <p:spPr>
          <a:xfrm>
            <a:off x="914400" y="3581400"/>
            <a:ext cx="3352800" cy="1905001"/>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SzPts val="1800"/>
              <a:buNone/>
              <a:defRPr sz="1800">
                <a:solidFill>
                  <a:schemeClr val="dk2"/>
                </a:solidFill>
              </a:defRPr>
            </a:lvl1pPr>
            <a:lvl2pPr indent="-228600" lvl="1" marL="914400" algn="l">
              <a:spcBef>
                <a:spcPts val="60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384"/>
              </a:spcBef>
              <a:spcAft>
                <a:spcPts val="0"/>
              </a:spcAft>
              <a:buSzPts val="900"/>
              <a:buNone/>
              <a:defRPr sz="900"/>
            </a:lvl6pPr>
            <a:lvl7pPr indent="-228600" lvl="6" marL="3200400" algn="l">
              <a:spcBef>
                <a:spcPts val="384"/>
              </a:spcBef>
              <a:spcAft>
                <a:spcPts val="0"/>
              </a:spcAft>
              <a:buSzPts val="900"/>
              <a:buNone/>
              <a:defRPr sz="900"/>
            </a:lvl7pPr>
            <a:lvl8pPr indent="-228600" lvl="7" marL="3657600" algn="l">
              <a:spcBef>
                <a:spcPts val="384"/>
              </a:spcBef>
              <a:spcAft>
                <a:spcPts val="0"/>
              </a:spcAft>
              <a:buSzPts val="900"/>
              <a:buNone/>
              <a:defRPr sz="900"/>
            </a:lvl8pPr>
            <a:lvl9pPr indent="-228600" lvl="8" marL="4114800" algn="l">
              <a:spcBef>
                <a:spcPts val="384"/>
              </a:spcBef>
              <a:spcAft>
                <a:spcPts val="0"/>
              </a:spcAft>
              <a:buSzPts val="900"/>
              <a:buNone/>
              <a:defRPr sz="900"/>
            </a:lvl9pPr>
          </a:lstStyle>
          <a:p/>
        </p:txBody>
      </p:sp>
      <p:grpSp>
        <p:nvGrpSpPr>
          <p:cNvPr id="91" name="Google Shape;91;p38"/>
          <p:cNvGrpSpPr/>
          <p:nvPr/>
        </p:nvGrpSpPr>
        <p:grpSpPr>
          <a:xfrm>
            <a:off x="211665" y="714191"/>
            <a:ext cx="8723376" cy="1331580"/>
            <a:chOff x="-3905250" y="4294188"/>
            <a:chExt cx="13011150" cy="1892300"/>
          </a:xfrm>
        </p:grpSpPr>
        <p:sp>
          <p:nvSpPr>
            <p:cNvPr id="92" name="Google Shape;92;p38"/>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3" name="Google Shape;93;p38"/>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4" name="Google Shape;94;p38"/>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5" name="Google Shape;95;p38"/>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96" name="Google Shape;96;p38"/>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97" name="Google Shape;97;p38"/>
          <p:cNvSpPr txBox="1"/>
          <p:nvPr>
            <p:ph type="title"/>
          </p:nvPr>
        </p:nvSpPr>
        <p:spPr>
          <a:xfrm>
            <a:off x="914400" y="2286000"/>
            <a:ext cx="3352800" cy="125272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3200"/>
              <a:buFont typeface="Candara"/>
              <a:buNone/>
              <a:defRPr sz="3200">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8"/>
          <p:cNvSpPr txBox="1"/>
          <p:nvPr>
            <p:ph idx="2" type="body"/>
          </p:nvPr>
        </p:nvSpPr>
        <p:spPr>
          <a:xfrm>
            <a:off x="4651962" y="1828800"/>
            <a:ext cx="3904076" cy="3810000"/>
          </a:xfrm>
          <a:prstGeom prst="rect">
            <a:avLst/>
          </a:prstGeom>
          <a:noFill/>
          <a:ln>
            <a:noFill/>
          </a:ln>
        </p:spPr>
        <p:txBody>
          <a:bodyPr anchorCtr="0" anchor="ctr" bIns="45700" lIns="91425" spcFirstLastPara="1" rIns="91425" wrap="square" tIns="45700">
            <a:normAutofit/>
          </a:bodyPr>
          <a:lstStyle>
            <a:lvl1pPr indent="-368300" lvl="0" marL="457200" algn="l">
              <a:spcBef>
                <a:spcPts val="440"/>
              </a:spcBef>
              <a:spcAft>
                <a:spcPts val="0"/>
              </a:spcAft>
              <a:buClr>
                <a:schemeClr val="lt1"/>
              </a:buClr>
              <a:buSzPts val="2200"/>
              <a:buChar char="*"/>
              <a:defRPr sz="2200">
                <a:solidFill>
                  <a:schemeClr val="dk2"/>
                </a:solidFill>
              </a:defRPr>
            </a:lvl1pPr>
            <a:lvl2pPr indent="-355600" lvl="1" marL="914400" algn="l">
              <a:spcBef>
                <a:spcPts val="400"/>
              </a:spcBef>
              <a:spcAft>
                <a:spcPts val="0"/>
              </a:spcAft>
              <a:buClr>
                <a:schemeClr val="lt1"/>
              </a:buClr>
              <a:buSzPts val="2000"/>
              <a:buChar char="*"/>
              <a:defRPr sz="2000">
                <a:solidFill>
                  <a:schemeClr val="dk2"/>
                </a:solidFill>
              </a:defRPr>
            </a:lvl2pPr>
            <a:lvl3pPr indent="-342900" lvl="2" marL="1371600" algn="l">
              <a:spcBef>
                <a:spcPts val="360"/>
              </a:spcBef>
              <a:spcAft>
                <a:spcPts val="0"/>
              </a:spcAft>
              <a:buClr>
                <a:schemeClr val="lt1"/>
              </a:buClr>
              <a:buSzPts val="1800"/>
              <a:buChar char="*"/>
              <a:defRPr sz="1800">
                <a:solidFill>
                  <a:schemeClr val="dk2"/>
                </a:solidFill>
              </a:defRPr>
            </a:lvl3pPr>
            <a:lvl4pPr indent="-330200" lvl="3" marL="1828800" algn="l">
              <a:spcBef>
                <a:spcPts val="320"/>
              </a:spcBef>
              <a:spcAft>
                <a:spcPts val="0"/>
              </a:spcAft>
              <a:buClr>
                <a:schemeClr val="lt1"/>
              </a:buClr>
              <a:buSzPts val="1600"/>
              <a:buChar char="*"/>
              <a:defRPr sz="1600">
                <a:solidFill>
                  <a:schemeClr val="dk2"/>
                </a:solidFill>
              </a:defRPr>
            </a:lvl4pPr>
            <a:lvl5pPr indent="-330200" lvl="4" marL="2286000" algn="l">
              <a:spcBef>
                <a:spcPts val="320"/>
              </a:spcBef>
              <a:spcAft>
                <a:spcPts val="0"/>
              </a:spcAft>
              <a:buClr>
                <a:schemeClr val="lt1"/>
              </a:buClr>
              <a:buSzPts val="1600"/>
              <a:buChar char="*"/>
              <a:defRPr sz="1600">
                <a:solidFill>
                  <a:schemeClr val="dk2"/>
                </a:solidFill>
              </a:defRPr>
            </a:lvl5pPr>
            <a:lvl6pPr indent="-355600" lvl="5" marL="2743200" algn="l">
              <a:spcBef>
                <a:spcPts val="384"/>
              </a:spcBef>
              <a:spcAft>
                <a:spcPts val="0"/>
              </a:spcAft>
              <a:buSzPts val="2000"/>
              <a:buChar char="●"/>
              <a:defRPr sz="2000"/>
            </a:lvl6pPr>
            <a:lvl7pPr indent="-355600" lvl="6" marL="3200400" algn="l">
              <a:spcBef>
                <a:spcPts val="384"/>
              </a:spcBef>
              <a:spcAft>
                <a:spcPts val="0"/>
              </a:spcAft>
              <a:buSzPts val="2000"/>
              <a:buChar char="●"/>
              <a:defRPr sz="2000"/>
            </a:lvl7pPr>
            <a:lvl8pPr indent="-355600" lvl="7" marL="3657600" algn="l">
              <a:spcBef>
                <a:spcPts val="384"/>
              </a:spcBef>
              <a:spcAft>
                <a:spcPts val="0"/>
              </a:spcAft>
              <a:buSzPts val="2000"/>
              <a:buChar char="●"/>
              <a:defRPr sz="2000"/>
            </a:lvl8pPr>
            <a:lvl9pPr indent="-355600" lvl="8" marL="4114800" algn="l">
              <a:spcBef>
                <a:spcPts val="384"/>
              </a:spcBef>
              <a:spcAft>
                <a:spcPts val="0"/>
              </a:spcAft>
              <a:buSzPts val="2000"/>
              <a:buChar char="●"/>
              <a:defRPr sz="2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magine con didascalia" showMasterSp="0" type="picTx">
  <p:cSld name="PICTURE_WITH_CAPTION_TEXT">
    <p:spTree>
      <p:nvGrpSpPr>
        <p:cNvPr id="99" name="Shape 99"/>
        <p:cNvGrpSpPr/>
        <p:nvPr/>
      </p:nvGrpSpPr>
      <p:grpSpPr>
        <a:xfrm>
          <a:off x="0" y="0"/>
          <a:ext cx="0" cy="0"/>
          <a:chOff x="0" y="0"/>
          <a:chExt cx="0" cy="0"/>
        </a:xfrm>
      </p:grpSpPr>
      <p:sp>
        <p:nvSpPr>
          <p:cNvPr id="100" name="Google Shape;100;p39"/>
          <p:cNvSpPr/>
          <p:nvPr/>
        </p:nvSpPr>
        <p:spPr>
          <a:xfrm>
            <a:off x="228600" y="228600"/>
            <a:ext cx="8695944" cy="6035040"/>
          </a:xfrm>
          <a:prstGeom prst="roundRect">
            <a:avLst>
              <a:gd fmla="val 1272" name="adj"/>
            </a:avLst>
          </a:prstGeom>
          <a:gradFill>
            <a:gsLst>
              <a:gs pos="0">
                <a:srgbClr val="0293E0"/>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grpSp>
        <p:nvGrpSpPr>
          <p:cNvPr id="101" name="Google Shape;101;p39"/>
          <p:cNvGrpSpPr/>
          <p:nvPr/>
        </p:nvGrpSpPr>
        <p:grpSpPr>
          <a:xfrm>
            <a:off x="211665" y="5353963"/>
            <a:ext cx="8723376" cy="1331580"/>
            <a:chOff x="-3905250" y="4294188"/>
            <a:chExt cx="13011150" cy="1892300"/>
          </a:xfrm>
        </p:grpSpPr>
        <p:sp>
          <p:nvSpPr>
            <p:cNvPr id="102" name="Google Shape;102;p39"/>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3" name="Google Shape;103;p39"/>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4" name="Google Shape;104;p39"/>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5" name="Google Shape;105;p39"/>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06" name="Google Shape;106;p39"/>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07" name="Google Shape;107;p39"/>
          <p:cNvSpPr txBox="1"/>
          <p:nvPr>
            <p:ph type="title"/>
          </p:nvPr>
        </p:nvSpPr>
        <p:spPr>
          <a:xfrm>
            <a:off x="4874155" y="338667"/>
            <a:ext cx="3812645" cy="2429934"/>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FFFFFF"/>
              </a:buClr>
              <a:buSzPts val="2800"/>
              <a:buFont typeface="Candara"/>
              <a:buNone/>
              <a:defRPr b="0" sz="2800">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39"/>
          <p:cNvSpPr txBox="1"/>
          <p:nvPr>
            <p:ph idx="1" type="body"/>
          </p:nvPr>
        </p:nvSpPr>
        <p:spPr>
          <a:xfrm>
            <a:off x="4868333" y="2785533"/>
            <a:ext cx="3818467" cy="242146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800"/>
              <a:buNone/>
              <a:defRPr sz="1800">
                <a:solidFill>
                  <a:srgbClr val="FFFFFF"/>
                </a:solidFill>
              </a:defRPr>
            </a:lvl1pPr>
            <a:lvl2pPr indent="-228600" lvl="1" marL="914400" algn="l">
              <a:spcBef>
                <a:spcPts val="240"/>
              </a:spcBef>
              <a:spcAft>
                <a:spcPts val="0"/>
              </a:spcAft>
              <a:buSzPts val="1200"/>
              <a:buNone/>
              <a:defRPr sz="1200"/>
            </a:lvl2pPr>
            <a:lvl3pPr indent="-228600" lvl="2" marL="1371600" algn="l">
              <a:spcBef>
                <a:spcPts val="200"/>
              </a:spcBef>
              <a:spcAft>
                <a:spcPts val="0"/>
              </a:spcAft>
              <a:buSzPts val="10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384"/>
              </a:spcBef>
              <a:spcAft>
                <a:spcPts val="0"/>
              </a:spcAft>
              <a:buSzPts val="900"/>
              <a:buNone/>
              <a:defRPr sz="900"/>
            </a:lvl6pPr>
            <a:lvl7pPr indent="-228600" lvl="6" marL="3200400" algn="l">
              <a:spcBef>
                <a:spcPts val="384"/>
              </a:spcBef>
              <a:spcAft>
                <a:spcPts val="0"/>
              </a:spcAft>
              <a:buSzPts val="900"/>
              <a:buNone/>
              <a:defRPr sz="900"/>
            </a:lvl7pPr>
            <a:lvl8pPr indent="-228600" lvl="7" marL="3657600" algn="l">
              <a:spcBef>
                <a:spcPts val="384"/>
              </a:spcBef>
              <a:spcAft>
                <a:spcPts val="0"/>
              </a:spcAft>
              <a:buSzPts val="900"/>
              <a:buNone/>
              <a:defRPr sz="900"/>
            </a:lvl8pPr>
            <a:lvl9pPr indent="-228600" lvl="8" marL="4114800" algn="l">
              <a:spcBef>
                <a:spcPts val="384"/>
              </a:spcBef>
              <a:spcAft>
                <a:spcPts val="0"/>
              </a:spcAft>
              <a:buSzPts val="900"/>
              <a:buNone/>
              <a:defRPr sz="900"/>
            </a:lvl9pPr>
          </a:lstStyle>
          <a:p/>
        </p:txBody>
      </p:sp>
      <p:sp>
        <p:nvSpPr>
          <p:cNvPr id="109" name="Google Shape;109;p39"/>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0" name="Google Shape;110;p39"/>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1" name="Google Shape;111;p3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
        <p:nvSpPr>
          <p:cNvPr id="112" name="Google Shape;112;p39"/>
          <p:cNvSpPr/>
          <p:nvPr>
            <p:ph idx="2" type="pic"/>
          </p:nvPr>
        </p:nvSpPr>
        <p:spPr>
          <a:xfrm>
            <a:off x="838200" y="1371600"/>
            <a:ext cx="3566160" cy="2926080"/>
          </a:xfrm>
          <a:prstGeom prst="roundRect">
            <a:avLst>
              <a:gd fmla="val 3924" name="adj"/>
            </a:avLst>
          </a:prstGeom>
          <a:solidFill>
            <a:schemeClr val="accent1"/>
          </a:solidFill>
          <a:ln>
            <a:noFill/>
          </a:ln>
          <a:effectLst>
            <a:reflection blurRad="0" dir="5400000" dist="5000" endA="0" endPos="30000" kx="0" rotWithShape="0" algn="bl" stA="30000" stPos="0" sy="-100000" ky="0"/>
          </a:effectLst>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olo e testo verticale" type="vertTx">
  <p:cSld name="VERTICAL_TEXT">
    <p:spTree>
      <p:nvGrpSpPr>
        <p:cNvPr id="113" name="Shape 113"/>
        <p:cNvGrpSpPr/>
        <p:nvPr/>
      </p:nvGrpSpPr>
      <p:grpSpPr>
        <a:xfrm>
          <a:off x="0" y="0"/>
          <a:ext cx="0" cy="0"/>
          <a:chOff x="0" y="0"/>
          <a:chExt cx="0" cy="0"/>
        </a:xfrm>
      </p:grpSpPr>
      <p:sp>
        <p:nvSpPr>
          <p:cNvPr id="114" name="Google Shape;114;p4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FFFFFF"/>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40"/>
          <p:cNvSpPr txBox="1"/>
          <p:nvPr>
            <p:ph idx="1" type="body"/>
          </p:nvPr>
        </p:nvSpPr>
        <p:spPr>
          <a:xfrm rot="5400000">
            <a:off x="2850886" y="696648"/>
            <a:ext cx="3450696" cy="7408333"/>
          </a:xfrm>
          <a:prstGeom prst="rect">
            <a:avLst/>
          </a:prstGeom>
          <a:noFill/>
          <a:ln>
            <a:noFill/>
          </a:ln>
        </p:spPr>
        <p:txBody>
          <a:bodyPr anchorCtr="0" anchor="ctr" bIns="45700" lIns="91425" spcFirstLastPara="1" rIns="91425" wrap="square" tIns="45700">
            <a:normAutofit/>
          </a:bodyPr>
          <a:lstStyle>
            <a:lvl1pPr indent="-381000" lvl="0" marL="457200" algn="l">
              <a:spcBef>
                <a:spcPts val="480"/>
              </a:spcBef>
              <a:spcAft>
                <a:spcPts val="0"/>
              </a:spcAft>
              <a:buSzPts val="2400"/>
              <a:buChar char="*"/>
              <a:defRPr/>
            </a:lvl1pPr>
            <a:lvl2pPr indent="-368300" lvl="1" marL="914400" algn="l">
              <a:spcBef>
                <a:spcPts val="440"/>
              </a:spcBef>
              <a:spcAft>
                <a:spcPts val="0"/>
              </a:spcAft>
              <a:buSzPts val="2200"/>
              <a:buChar char="*"/>
              <a:defRPr/>
            </a:lvl2pPr>
            <a:lvl3pPr indent="-355600" lvl="2" marL="1371600" algn="l">
              <a:spcBef>
                <a:spcPts val="400"/>
              </a:spcBef>
              <a:spcAft>
                <a:spcPts val="0"/>
              </a:spcAft>
              <a:buSzPts val="2000"/>
              <a:buChar char="*"/>
              <a:defRPr/>
            </a:lvl3pPr>
            <a:lvl4pPr indent="-342900" lvl="3" marL="1828800" algn="l">
              <a:spcBef>
                <a:spcPts val="360"/>
              </a:spcBef>
              <a:spcAft>
                <a:spcPts val="0"/>
              </a:spcAft>
              <a:buSzPts val="1800"/>
              <a:buChar char="*"/>
              <a:defRPr/>
            </a:lvl4pPr>
            <a:lvl5pPr indent="-330200" lvl="4" marL="2286000" algn="l">
              <a:spcBef>
                <a:spcPts val="320"/>
              </a:spcBef>
              <a:spcAft>
                <a:spcPts val="0"/>
              </a:spcAft>
              <a:buSzPts val="16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
        <p:nvSpPr>
          <p:cNvPr id="116" name="Google Shape;116;p40"/>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40"/>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4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olo e testo verticale" showMasterSp="0" type="vertTitleAndTx">
  <p:cSld name="VERTICAL_TITLE_AND_VERTICAL_TEXT">
    <p:spTree>
      <p:nvGrpSpPr>
        <p:cNvPr id="119" name="Shape 119"/>
        <p:cNvGrpSpPr/>
        <p:nvPr/>
      </p:nvGrpSpPr>
      <p:grpSpPr>
        <a:xfrm>
          <a:off x="0" y="0"/>
          <a:ext cx="0" cy="0"/>
          <a:chOff x="0" y="0"/>
          <a:chExt cx="0" cy="0"/>
        </a:xfrm>
      </p:grpSpPr>
      <p:sp>
        <p:nvSpPr>
          <p:cNvPr id="120" name="Google Shape;120;p41"/>
          <p:cNvSpPr/>
          <p:nvPr/>
        </p:nvSpPr>
        <p:spPr>
          <a:xfrm>
            <a:off x="228600" y="228600"/>
            <a:ext cx="8695944" cy="1426464"/>
          </a:xfrm>
          <a:prstGeom prst="roundRect">
            <a:avLst>
              <a:gd fmla="val 7136"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ndara"/>
              <a:ea typeface="Candara"/>
              <a:cs typeface="Candara"/>
              <a:sym typeface="Candara"/>
            </a:endParaRPr>
          </a:p>
        </p:txBody>
      </p:sp>
      <p:sp>
        <p:nvSpPr>
          <p:cNvPr id="121" name="Google Shape;121;p41"/>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p41"/>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4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a:lvl1pPr>
            <a:lvl2pPr indent="0" lvl="1" marL="0" algn="ctr">
              <a:spcBef>
                <a:spcPts val="0"/>
              </a:spcBef>
              <a:buNone/>
              <a:defRPr/>
            </a:lvl2pPr>
            <a:lvl3pPr indent="0" lvl="2" marL="0" algn="ctr">
              <a:spcBef>
                <a:spcPts val="0"/>
              </a:spcBef>
              <a:buNone/>
              <a:defRPr/>
            </a:lvl3pPr>
            <a:lvl4pPr indent="0" lvl="3" marL="0" algn="ctr">
              <a:spcBef>
                <a:spcPts val="0"/>
              </a:spcBef>
              <a:buNone/>
              <a:defRPr/>
            </a:lvl4pPr>
            <a:lvl5pPr indent="0" lvl="4" marL="0" algn="ctr">
              <a:spcBef>
                <a:spcPts val="0"/>
              </a:spcBef>
              <a:buNone/>
              <a:defRPr/>
            </a:lvl5pPr>
            <a:lvl6pPr indent="0" lvl="5" marL="0" algn="ctr">
              <a:spcBef>
                <a:spcPts val="0"/>
              </a:spcBef>
              <a:buNone/>
              <a:defRPr/>
            </a:lvl6pPr>
            <a:lvl7pPr indent="0" lvl="6" marL="0" algn="ctr">
              <a:spcBef>
                <a:spcPts val="0"/>
              </a:spcBef>
              <a:buNone/>
              <a:defRPr/>
            </a:lvl7pPr>
            <a:lvl8pPr indent="0" lvl="7" marL="0" algn="ctr">
              <a:spcBef>
                <a:spcPts val="0"/>
              </a:spcBef>
              <a:buNone/>
              <a:defRPr/>
            </a:lvl8pPr>
            <a:lvl9pPr indent="0" lvl="8" marL="0" algn="ctr">
              <a:spcBef>
                <a:spcPts val="0"/>
              </a:spcBef>
              <a:buNone/>
              <a:defRPr/>
            </a:lvl9pPr>
          </a:lstStyle>
          <a:p>
            <a:pPr indent="0" lvl="0" marL="0" rtl="0" algn="ctr">
              <a:spcBef>
                <a:spcPts val="0"/>
              </a:spcBef>
              <a:spcAft>
                <a:spcPts val="0"/>
              </a:spcAft>
              <a:buNone/>
            </a:pPr>
            <a:fld id="{00000000-1234-1234-1234-123412341234}" type="slidenum">
              <a:rPr lang="it-IT"/>
              <a:t>‹#›</a:t>
            </a:fld>
            <a:endParaRPr/>
          </a:p>
        </p:txBody>
      </p:sp>
      <p:grpSp>
        <p:nvGrpSpPr>
          <p:cNvPr id="124" name="Google Shape;124;p41"/>
          <p:cNvGrpSpPr/>
          <p:nvPr/>
        </p:nvGrpSpPr>
        <p:grpSpPr>
          <a:xfrm>
            <a:off x="211665" y="714191"/>
            <a:ext cx="8723376" cy="1331580"/>
            <a:chOff x="-3905250" y="4294188"/>
            <a:chExt cx="13011150" cy="1892300"/>
          </a:xfrm>
        </p:grpSpPr>
        <p:sp>
          <p:nvSpPr>
            <p:cNvPr id="125" name="Google Shape;125;p41"/>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6" name="Google Shape;126;p41"/>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7" name="Google Shape;127;p41"/>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8" name="Google Shape;128;p41"/>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29" name="Google Shape;129;p41"/>
            <p:cNvSpPr/>
            <p:nvPr/>
          </p:nvSpPr>
          <p:spPr>
            <a:xfrm>
              <a:off x="-3905250" y="4294188"/>
              <a:ext cx="13011150"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30" name="Google Shape;130;p41"/>
          <p:cNvSpPr txBox="1"/>
          <p:nvPr>
            <p:ph type="title"/>
          </p:nvPr>
        </p:nvSpPr>
        <p:spPr>
          <a:xfrm rot="5400000">
            <a:off x="5414434" y="2662767"/>
            <a:ext cx="4487333" cy="20574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400"/>
              <a:buFont typeface="Candara"/>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41"/>
          <p:cNvSpPr txBox="1"/>
          <p:nvPr>
            <p:ph idx="1" type="body"/>
          </p:nvPr>
        </p:nvSpPr>
        <p:spPr>
          <a:xfrm rot="5400000">
            <a:off x="1223433" y="681567"/>
            <a:ext cx="4487334" cy="6019800"/>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accent1"/>
              </a:buClr>
              <a:buSzPts val="2400"/>
              <a:buChar char="*"/>
              <a:defRPr/>
            </a:lvl1pPr>
            <a:lvl2pPr indent="-368300" lvl="1" marL="914400" algn="l">
              <a:spcBef>
                <a:spcPts val="440"/>
              </a:spcBef>
              <a:spcAft>
                <a:spcPts val="0"/>
              </a:spcAft>
              <a:buClr>
                <a:schemeClr val="accent1"/>
              </a:buClr>
              <a:buSzPts val="2200"/>
              <a:buChar char="*"/>
              <a:defRPr/>
            </a:lvl2pPr>
            <a:lvl3pPr indent="-355600" lvl="2" marL="1371600" algn="l">
              <a:spcBef>
                <a:spcPts val="400"/>
              </a:spcBef>
              <a:spcAft>
                <a:spcPts val="0"/>
              </a:spcAft>
              <a:buClr>
                <a:schemeClr val="accent1"/>
              </a:buClr>
              <a:buSzPts val="2000"/>
              <a:buChar char="*"/>
              <a:defRPr/>
            </a:lvl3pPr>
            <a:lvl4pPr indent="-342900" lvl="3" marL="1828800" algn="l">
              <a:spcBef>
                <a:spcPts val="360"/>
              </a:spcBef>
              <a:spcAft>
                <a:spcPts val="0"/>
              </a:spcAft>
              <a:buClr>
                <a:schemeClr val="accent1"/>
              </a:buClr>
              <a:buSzPts val="1800"/>
              <a:buChar char="*"/>
              <a:defRPr/>
            </a:lvl4pPr>
            <a:lvl5pPr indent="-330200" lvl="4" marL="2286000" algn="l">
              <a:spcBef>
                <a:spcPts val="320"/>
              </a:spcBef>
              <a:spcAft>
                <a:spcPts val="0"/>
              </a:spcAft>
              <a:buClr>
                <a:schemeClr val="accent1"/>
              </a:buClr>
              <a:buSzPts val="1600"/>
              <a:buChar char="*"/>
              <a:defRPr/>
            </a:lvl5pPr>
            <a:lvl6pPr indent="-342900" lvl="5" marL="2743200" algn="l">
              <a:spcBef>
                <a:spcPts val="384"/>
              </a:spcBef>
              <a:spcAft>
                <a:spcPts val="0"/>
              </a:spcAft>
              <a:buSzPts val="1800"/>
              <a:buChar char="●"/>
              <a:defRPr/>
            </a:lvl6pPr>
            <a:lvl7pPr indent="-342900" lvl="6" marL="3200400" algn="l">
              <a:spcBef>
                <a:spcPts val="384"/>
              </a:spcBef>
              <a:spcAft>
                <a:spcPts val="0"/>
              </a:spcAft>
              <a:buSzPts val="1800"/>
              <a:buChar char="●"/>
              <a:defRPr/>
            </a:lvl7pPr>
            <a:lvl8pPr indent="-342900" lvl="7" marL="3657600" algn="l">
              <a:spcBef>
                <a:spcPts val="384"/>
              </a:spcBef>
              <a:spcAft>
                <a:spcPts val="0"/>
              </a:spcAft>
              <a:buSzPts val="1800"/>
              <a:buChar char="●"/>
              <a:defRPr/>
            </a:lvl8pPr>
            <a:lvl9pPr indent="-342900" lvl="8" marL="4114800" algn="l">
              <a:spcBef>
                <a:spcPts val="384"/>
              </a:spcBef>
              <a:spcAft>
                <a:spcPts val="0"/>
              </a:spcAft>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0"/>
          <p:cNvSpPr/>
          <p:nvPr/>
        </p:nvSpPr>
        <p:spPr>
          <a:xfrm>
            <a:off x="228600" y="228600"/>
            <a:ext cx="8695944" cy="2468880"/>
          </a:xfrm>
          <a:prstGeom prst="roundRect">
            <a:avLst>
              <a:gd fmla="val 3362" name="adj"/>
            </a:avLst>
          </a:prstGeom>
          <a:gradFill>
            <a:gsLst>
              <a:gs pos="0">
                <a:srgbClr val="0293E0"/>
              </a:gs>
              <a:gs pos="90000">
                <a:srgbClr val="81D2FE"/>
              </a:gs>
              <a:gs pos="100000">
                <a:srgbClr val="81D2FE"/>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ndara"/>
              <a:ea typeface="Candara"/>
              <a:cs typeface="Candara"/>
              <a:sym typeface="Candara"/>
            </a:endParaRPr>
          </a:p>
        </p:txBody>
      </p:sp>
      <p:grpSp>
        <p:nvGrpSpPr>
          <p:cNvPr id="11" name="Google Shape;11;p30"/>
          <p:cNvGrpSpPr/>
          <p:nvPr/>
        </p:nvGrpSpPr>
        <p:grpSpPr>
          <a:xfrm>
            <a:off x="211665" y="1679429"/>
            <a:ext cx="8723376" cy="1329874"/>
            <a:chOff x="-3905251" y="4294188"/>
            <a:chExt cx="13027839" cy="1892300"/>
          </a:xfrm>
        </p:grpSpPr>
        <p:sp>
          <p:nvSpPr>
            <p:cNvPr id="12" name="Google Shape;12;p30"/>
            <p:cNvSpPr/>
            <p:nvPr/>
          </p:nvSpPr>
          <p:spPr>
            <a:xfrm>
              <a:off x="4810125" y="4500563"/>
              <a:ext cx="4295775" cy="1016000"/>
            </a:xfrm>
            <a:custGeom>
              <a:rect b="b" l="l" r="r" t="t"/>
              <a:pathLst>
                <a:path extrusionOk="0" h="640" w="2706">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lt2">
                <a:alpha val="29019"/>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3" name="Google Shape;13;p30"/>
            <p:cNvSpPr/>
            <p:nvPr/>
          </p:nvSpPr>
          <p:spPr>
            <a:xfrm>
              <a:off x="-309563" y="4318000"/>
              <a:ext cx="8280401" cy="1209675"/>
            </a:xfrm>
            <a:custGeom>
              <a:rect b="b" l="l" r="r" t="t"/>
              <a:pathLst>
                <a:path extrusionOk="0" h="762" w="5216">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lt2">
                <a:alpha val="40000"/>
              </a:schemeClr>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4" name="Google Shape;14;p30"/>
            <p:cNvSpPr/>
            <p:nvPr/>
          </p:nvSpPr>
          <p:spPr>
            <a:xfrm>
              <a:off x="3175" y="4335463"/>
              <a:ext cx="8166100" cy="1101725"/>
            </a:xfrm>
            <a:custGeom>
              <a:rect b="b" l="l" r="r" t="t"/>
              <a:pathLst>
                <a:path extrusionOk="0" h="694" w="514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5" name="Google Shape;15;p30"/>
            <p:cNvSpPr/>
            <p:nvPr/>
          </p:nvSpPr>
          <p:spPr>
            <a:xfrm>
              <a:off x="4156075" y="4316413"/>
              <a:ext cx="4940300" cy="927100"/>
            </a:xfrm>
            <a:custGeom>
              <a:rect b="b" l="l" r="r" t="t"/>
              <a:pathLst>
                <a:path extrusionOk="0" h="584" w="3112">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cap="flat" cmpd="sng" w="9525">
              <a:solidFill>
                <a:srgbClr val="FFFFFF"/>
              </a:solidFill>
              <a:prstDash val="solid"/>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sp>
          <p:nvSpPr>
            <p:cNvPr id="16" name="Google Shape;16;p30"/>
            <p:cNvSpPr/>
            <p:nvPr/>
          </p:nvSpPr>
          <p:spPr>
            <a:xfrm>
              <a:off x="-3905251" y="4294188"/>
              <a:ext cx="13027839" cy="1892300"/>
            </a:xfrm>
            <a:custGeom>
              <a:rect b="b" l="l" r="r" t="t"/>
              <a:pathLst>
                <a:path extrusionOk="0" h="1192" w="8196">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solidFill>
              <a:schemeClr val="l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ndara"/>
                <a:ea typeface="Candara"/>
                <a:cs typeface="Candara"/>
                <a:sym typeface="Candara"/>
              </a:endParaRPr>
            </a:p>
          </p:txBody>
        </p:sp>
      </p:grpSp>
      <p:sp>
        <p:nvSpPr>
          <p:cNvPr id="17" name="Google Shape;17;p3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rgbClr val="FFFFFF"/>
              </a:buClr>
              <a:buSzPts val="4400"/>
              <a:buFont typeface="Candara"/>
              <a:buNone/>
              <a:defRPr b="0" i="0" sz="4400" u="none" cap="none" strike="noStrike">
                <a:solidFill>
                  <a:srgbClr val="FFFFFF"/>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8" name="Google Shape;18;p30"/>
          <p:cNvSpPr txBox="1"/>
          <p:nvPr>
            <p:ph idx="10" type="dt"/>
          </p:nvPr>
        </p:nvSpPr>
        <p:spPr>
          <a:xfrm>
            <a:off x="5163672" y="6250164"/>
            <a:ext cx="3786690"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sz="1000">
                <a:solidFill>
                  <a:schemeClr val="dk2"/>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19" name="Google Shape;19;p30"/>
          <p:cNvSpPr txBox="1"/>
          <p:nvPr>
            <p:ph idx="11" type="ftr"/>
          </p:nvPr>
        </p:nvSpPr>
        <p:spPr>
          <a:xfrm>
            <a:off x="193638" y="6250164"/>
            <a:ext cx="3786691"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000">
                <a:solidFill>
                  <a:schemeClr val="dk2"/>
                </a:solidFill>
                <a:latin typeface="Candara"/>
                <a:ea typeface="Candara"/>
                <a:cs typeface="Candara"/>
                <a:sym typeface="Candara"/>
              </a:defRPr>
            </a:lvl1pPr>
            <a:lvl2pPr lvl="1"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2pPr>
            <a:lvl3pPr lvl="2"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3pPr>
            <a:lvl4pPr lvl="3"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4pPr>
            <a:lvl5pPr lvl="4"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5pPr>
            <a:lvl6pPr lvl="5"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6pPr>
            <a:lvl7pPr lvl="6"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7pPr>
            <a:lvl8pPr lvl="7"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8pPr>
            <a:lvl9pPr lvl="8" marR="0" rtl="0" algn="l">
              <a:spcBef>
                <a:spcPts val="0"/>
              </a:spcBef>
              <a:spcAft>
                <a:spcPts val="0"/>
              </a:spcAft>
              <a:buSzPts val="1400"/>
              <a:buNone/>
              <a:defRPr b="0" i="0" sz="1800" u="none" cap="none" strike="noStrike">
                <a:solidFill>
                  <a:schemeClr val="dk1"/>
                </a:solidFill>
                <a:latin typeface="Candara"/>
                <a:ea typeface="Candara"/>
                <a:cs typeface="Candara"/>
                <a:sym typeface="Candara"/>
              </a:defRPr>
            </a:lvl9pPr>
          </a:lstStyle>
          <a:p/>
        </p:txBody>
      </p:sp>
      <p:sp>
        <p:nvSpPr>
          <p:cNvPr id="20" name="Google Shape;20;p3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lvl1pPr indent="0" lvl="0" marL="0" marR="0" rtl="0" algn="ctr">
              <a:spcBef>
                <a:spcPts val="0"/>
              </a:spcBef>
              <a:buNone/>
              <a:defRPr b="0" sz="1000" u="none">
                <a:solidFill>
                  <a:schemeClr val="dk2"/>
                </a:solidFill>
                <a:latin typeface="Candara"/>
                <a:ea typeface="Candara"/>
                <a:cs typeface="Candara"/>
                <a:sym typeface="Candara"/>
              </a:defRPr>
            </a:lvl1pPr>
            <a:lvl2pPr indent="0" lvl="1" marL="0" marR="0" rtl="0" algn="ctr">
              <a:spcBef>
                <a:spcPts val="0"/>
              </a:spcBef>
              <a:buNone/>
              <a:defRPr b="0" sz="1000" u="none">
                <a:solidFill>
                  <a:schemeClr val="dk2"/>
                </a:solidFill>
                <a:latin typeface="Candara"/>
                <a:ea typeface="Candara"/>
                <a:cs typeface="Candara"/>
                <a:sym typeface="Candara"/>
              </a:defRPr>
            </a:lvl2pPr>
            <a:lvl3pPr indent="0" lvl="2" marL="0" marR="0" rtl="0" algn="ctr">
              <a:spcBef>
                <a:spcPts val="0"/>
              </a:spcBef>
              <a:buNone/>
              <a:defRPr b="0" sz="1000" u="none">
                <a:solidFill>
                  <a:schemeClr val="dk2"/>
                </a:solidFill>
                <a:latin typeface="Candara"/>
                <a:ea typeface="Candara"/>
                <a:cs typeface="Candara"/>
                <a:sym typeface="Candara"/>
              </a:defRPr>
            </a:lvl3pPr>
            <a:lvl4pPr indent="0" lvl="3" marL="0" marR="0" rtl="0" algn="ctr">
              <a:spcBef>
                <a:spcPts val="0"/>
              </a:spcBef>
              <a:buNone/>
              <a:defRPr b="0" sz="1000" u="none">
                <a:solidFill>
                  <a:schemeClr val="dk2"/>
                </a:solidFill>
                <a:latin typeface="Candara"/>
                <a:ea typeface="Candara"/>
                <a:cs typeface="Candara"/>
                <a:sym typeface="Candara"/>
              </a:defRPr>
            </a:lvl4pPr>
            <a:lvl5pPr indent="0" lvl="4" marL="0" marR="0" rtl="0" algn="ctr">
              <a:spcBef>
                <a:spcPts val="0"/>
              </a:spcBef>
              <a:buNone/>
              <a:defRPr b="0" sz="1000" u="none">
                <a:solidFill>
                  <a:schemeClr val="dk2"/>
                </a:solidFill>
                <a:latin typeface="Candara"/>
                <a:ea typeface="Candara"/>
                <a:cs typeface="Candara"/>
                <a:sym typeface="Candara"/>
              </a:defRPr>
            </a:lvl5pPr>
            <a:lvl6pPr indent="0" lvl="5" marL="0" marR="0" rtl="0" algn="ctr">
              <a:spcBef>
                <a:spcPts val="0"/>
              </a:spcBef>
              <a:buNone/>
              <a:defRPr b="0" sz="1000" u="none">
                <a:solidFill>
                  <a:schemeClr val="dk2"/>
                </a:solidFill>
                <a:latin typeface="Candara"/>
                <a:ea typeface="Candara"/>
                <a:cs typeface="Candara"/>
                <a:sym typeface="Candara"/>
              </a:defRPr>
            </a:lvl6pPr>
            <a:lvl7pPr indent="0" lvl="6" marL="0" marR="0" rtl="0" algn="ctr">
              <a:spcBef>
                <a:spcPts val="0"/>
              </a:spcBef>
              <a:buNone/>
              <a:defRPr b="0" sz="1000" u="none">
                <a:solidFill>
                  <a:schemeClr val="dk2"/>
                </a:solidFill>
                <a:latin typeface="Candara"/>
                <a:ea typeface="Candara"/>
                <a:cs typeface="Candara"/>
                <a:sym typeface="Candara"/>
              </a:defRPr>
            </a:lvl7pPr>
            <a:lvl8pPr indent="0" lvl="7" marL="0" marR="0" rtl="0" algn="ctr">
              <a:spcBef>
                <a:spcPts val="0"/>
              </a:spcBef>
              <a:buNone/>
              <a:defRPr b="0" sz="1000" u="none">
                <a:solidFill>
                  <a:schemeClr val="dk2"/>
                </a:solidFill>
                <a:latin typeface="Candara"/>
                <a:ea typeface="Candara"/>
                <a:cs typeface="Candara"/>
                <a:sym typeface="Candara"/>
              </a:defRPr>
            </a:lvl8pPr>
            <a:lvl9pPr indent="0" lvl="8" marL="0" marR="0" rtl="0" algn="ctr">
              <a:spcBef>
                <a:spcPts val="0"/>
              </a:spcBef>
              <a:buNone/>
              <a:defRPr b="0" sz="1000" u="none">
                <a:solidFill>
                  <a:schemeClr val="dk2"/>
                </a:solidFill>
                <a:latin typeface="Candara"/>
                <a:ea typeface="Candara"/>
                <a:cs typeface="Candara"/>
                <a:sym typeface="Candara"/>
              </a:defRPr>
            </a:lvl9pPr>
          </a:lstStyle>
          <a:p>
            <a:pPr indent="0" lvl="0" marL="0" rtl="0" algn="ctr">
              <a:spcBef>
                <a:spcPts val="0"/>
              </a:spcBef>
              <a:spcAft>
                <a:spcPts val="0"/>
              </a:spcAft>
              <a:buNone/>
            </a:pPr>
            <a:fld id="{00000000-1234-1234-1234-123412341234}" type="slidenum">
              <a:rPr lang="it-IT"/>
              <a:t>‹#›</a:t>
            </a:fld>
            <a:endParaRPr/>
          </a:p>
        </p:txBody>
      </p:sp>
      <p:sp>
        <p:nvSpPr>
          <p:cNvPr id="21" name="Google Shape;21;p30"/>
          <p:cNvSpPr txBox="1"/>
          <p:nvPr>
            <p:ph idx="1" type="body"/>
          </p:nvPr>
        </p:nvSpPr>
        <p:spPr>
          <a:xfrm>
            <a:off x="872067" y="2675467"/>
            <a:ext cx="7408333" cy="3450696"/>
          </a:xfrm>
          <a:prstGeom prst="rect">
            <a:avLst/>
          </a:prstGeom>
          <a:noFill/>
          <a:ln>
            <a:noFill/>
          </a:ln>
        </p:spPr>
        <p:txBody>
          <a:bodyPr anchorCtr="0" anchor="t" bIns="45700" lIns="91425" spcFirstLastPara="1" rIns="91425" wrap="square" tIns="45700">
            <a:normAutofit/>
          </a:bodyPr>
          <a:lstStyle>
            <a:lvl1pPr indent="-381000" lvl="0" marL="457200" marR="0" rtl="0" algn="l">
              <a:spcBef>
                <a:spcPts val="480"/>
              </a:spcBef>
              <a:spcAft>
                <a:spcPts val="0"/>
              </a:spcAft>
              <a:buClr>
                <a:schemeClr val="accent1"/>
              </a:buClr>
              <a:buSzPts val="2400"/>
              <a:buFont typeface="Noto Sans Symbols"/>
              <a:buChar char="*"/>
              <a:defRPr b="0" i="0" sz="2400" u="none" cap="none" strike="noStrike">
                <a:solidFill>
                  <a:schemeClr val="dk2"/>
                </a:solidFill>
                <a:latin typeface="Candara"/>
                <a:ea typeface="Candara"/>
                <a:cs typeface="Candara"/>
                <a:sym typeface="Candara"/>
              </a:defRPr>
            </a:lvl1pPr>
            <a:lvl2pPr indent="-368300" lvl="1" marL="914400" marR="0" rtl="0" algn="l">
              <a:spcBef>
                <a:spcPts val="440"/>
              </a:spcBef>
              <a:spcAft>
                <a:spcPts val="0"/>
              </a:spcAft>
              <a:buClr>
                <a:schemeClr val="accent1"/>
              </a:buClr>
              <a:buSzPts val="2200"/>
              <a:buFont typeface="Noto Sans Symbols"/>
              <a:buChar char="*"/>
              <a:defRPr b="0" i="0" sz="2200" u="none" cap="none" strike="noStrike">
                <a:solidFill>
                  <a:schemeClr val="dk2"/>
                </a:solidFill>
                <a:latin typeface="Candara"/>
                <a:ea typeface="Candara"/>
                <a:cs typeface="Candara"/>
                <a:sym typeface="Candara"/>
              </a:defRPr>
            </a:lvl2pPr>
            <a:lvl3pPr indent="-355600" lvl="2" marL="1371600" marR="0" rtl="0" algn="l">
              <a:spcBef>
                <a:spcPts val="400"/>
              </a:spcBef>
              <a:spcAft>
                <a:spcPts val="0"/>
              </a:spcAft>
              <a:buClr>
                <a:schemeClr val="accent1"/>
              </a:buClr>
              <a:buSzPts val="2000"/>
              <a:buFont typeface="Noto Sans Symbols"/>
              <a:buChar char="*"/>
              <a:defRPr b="0" i="0" sz="2000" u="none" cap="none" strike="noStrike">
                <a:solidFill>
                  <a:schemeClr val="dk2"/>
                </a:solidFill>
                <a:latin typeface="Candara"/>
                <a:ea typeface="Candara"/>
                <a:cs typeface="Candara"/>
                <a:sym typeface="Candara"/>
              </a:defRPr>
            </a:lvl3pPr>
            <a:lvl4pPr indent="-342900" lvl="3" marL="1828800" marR="0" rtl="0" algn="l">
              <a:spcBef>
                <a:spcPts val="360"/>
              </a:spcBef>
              <a:spcAft>
                <a:spcPts val="0"/>
              </a:spcAft>
              <a:buClr>
                <a:schemeClr val="accent1"/>
              </a:buClr>
              <a:buSzPts val="1800"/>
              <a:buFont typeface="Noto Sans Symbols"/>
              <a:buChar char="*"/>
              <a:defRPr b="0" i="0" sz="1800" u="none" cap="none" strike="noStrike">
                <a:solidFill>
                  <a:schemeClr val="dk2"/>
                </a:solidFill>
                <a:latin typeface="Candara"/>
                <a:ea typeface="Candara"/>
                <a:cs typeface="Candara"/>
                <a:sym typeface="Candara"/>
              </a:defRPr>
            </a:lvl4pPr>
            <a:lvl5pPr indent="-330200" lvl="4" marL="2286000" marR="0" rtl="0" algn="l">
              <a:spcBef>
                <a:spcPts val="320"/>
              </a:spcBef>
              <a:spcAft>
                <a:spcPts val="0"/>
              </a:spcAft>
              <a:buClr>
                <a:schemeClr val="accent1"/>
              </a:buClr>
              <a:buSzPts val="1600"/>
              <a:buFont typeface="Noto Sans Symbols"/>
              <a:buChar char="*"/>
              <a:defRPr b="0" i="0" sz="1600" u="none" cap="none" strike="noStrike">
                <a:solidFill>
                  <a:schemeClr val="dk2"/>
                </a:solidFill>
                <a:latin typeface="Candara"/>
                <a:ea typeface="Candara"/>
                <a:cs typeface="Candara"/>
                <a:sym typeface="Candara"/>
              </a:defRPr>
            </a:lvl5pPr>
            <a:lvl6pPr indent="-317500" lvl="5" marL="27432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6pPr>
            <a:lvl7pPr indent="-317500" lvl="6" marL="32004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7pPr>
            <a:lvl8pPr indent="-317500" lvl="7" marL="36576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8pPr>
            <a:lvl9pPr indent="-317500" lvl="8" marL="4114800" marR="0" rtl="0" algn="l">
              <a:spcBef>
                <a:spcPts val="384"/>
              </a:spcBef>
              <a:spcAft>
                <a:spcPts val="0"/>
              </a:spcAft>
              <a:buClr>
                <a:schemeClr val="accent1"/>
              </a:buClr>
              <a:buSzPts val="1400"/>
              <a:buFont typeface="Noto Sans Symbols"/>
              <a:buChar char="●"/>
              <a:defRPr b="0" i="0" sz="1400" u="none" cap="none" strike="noStrike">
                <a:solidFill>
                  <a:schemeClr val="dk2"/>
                </a:solidFill>
                <a:latin typeface="Candara"/>
                <a:ea typeface="Candara"/>
                <a:cs typeface="Candara"/>
                <a:sym typeface="Candara"/>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
          <p:cNvSpPr txBox="1"/>
          <p:nvPr>
            <p:ph type="ctrTitle"/>
          </p:nvPr>
        </p:nvSpPr>
        <p:spPr>
          <a:xfrm>
            <a:off x="685800" y="1600200"/>
            <a:ext cx="7772400" cy="1780108"/>
          </a:xfrm>
          <a:prstGeom prst="rect">
            <a:avLst/>
          </a:prstGeom>
          <a:noFill/>
          <a:ln>
            <a:noFill/>
          </a:ln>
        </p:spPr>
        <p:txBody>
          <a:bodyPr anchorCtr="0" anchor="b"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Spring Security</a:t>
            </a:r>
            <a:endParaRPr/>
          </a:p>
        </p:txBody>
      </p:sp>
      <p:sp>
        <p:nvSpPr>
          <p:cNvPr id="137" name="Google Shape;137;p1"/>
          <p:cNvSpPr txBox="1"/>
          <p:nvPr>
            <p:ph idx="1" type="subTitle"/>
          </p:nvPr>
        </p:nvSpPr>
        <p:spPr>
          <a:xfrm>
            <a:off x="1371600" y="3556001"/>
            <a:ext cx="6400800" cy="14732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20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Java base</a:t>
            </a:r>
            <a:endParaRPr/>
          </a:p>
          <a:p>
            <a:pPr indent="-274320" lvl="0" marL="274320" rtl="0" algn="l">
              <a:spcBef>
                <a:spcPts val="480"/>
              </a:spcBef>
              <a:spcAft>
                <a:spcPts val="0"/>
              </a:spcAft>
              <a:buSzPts val="2400"/>
              <a:buChar char="*"/>
            </a:pPr>
            <a:r>
              <a:rPr lang="it-IT"/>
              <a:t>Concetti base di web application</a:t>
            </a:r>
            <a:endParaRPr/>
          </a:p>
          <a:p>
            <a:pPr indent="-274320" lvl="0" marL="274320" rtl="0" algn="l">
              <a:spcBef>
                <a:spcPts val="480"/>
              </a:spcBef>
              <a:spcAft>
                <a:spcPts val="0"/>
              </a:spcAft>
              <a:buSzPts val="2400"/>
              <a:buChar char="*"/>
            </a:pPr>
            <a:r>
              <a:rPr lang="it-IT"/>
              <a:t>Conoscenza base tecnologie web di </a:t>
            </a:r>
            <a:r>
              <a:rPr i="1" lang="it-IT"/>
              <a:t>front-end</a:t>
            </a:r>
            <a:r>
              <a:rPr lang="it-IT"/>
              <a:t>: Html5, Css3, Javascript</a:t>
            </a:r>
            <a:endParaRPr/>
          </a:p>
          <a:p>
            <a:pPr indent="-274320" lvl="0" marL="274320" rtl="0" algn="l">
              <a:spcBef>
                <a:spcPts val="480"/>
              </a:spcBef>
              <a:spcAft>
                <a:spcPts val="0"/>
              </a:spcAft>
              <a:buSzPts val="2400"/>
              <a:buChar char="*"/>
            </a:pPr>
            <a:r>
              <a:rPr lang="it-IT"/>
              <a:t>Java web standard: Servlet/Jsp</a:t>
            </a:r>
            <a:endParaRPr/>
          </a:p>
          <a:p>
            <a:pPr indent="-274320" lvl="0" marL="274320" rtl="0" algn="l">
              <a:spcBef>
                <a:spcPts val="480"/>
              </a:spcBef>
              <a:spcAft>
                <a:spcPts val="0"/>
              </a:spcAft>
              <a:buSzPts val="2400"/>
              <a:buChar char="*"/>
            </a:pPr>
            <a:r>
              <a:rPr lang="it-IT"/>
              <a:t>Concetti base di security nelle web application</a:t>
            </a:r>
            <a:endParaRPr/>
          </a:p>
          <a:p>
            <a:pPr indent="-274320" lvl="0" marL="274320" rtl="0" algn="l">
              <a:spcBef>
                <a:spcPts val="480"/>
              </a:spcBef>
              <a:spcAft>
                <a:spcPts val="0"/>
              </a:spcAft>
              <a:buSzPts val="2400"/>
              <a:buChar char="*"/>
            </a:pPr>
            <a:r>
              <a:rPr lang="it-IT"/>
              <a:t>Java web filter</a:t>
            </a:r>
            <a:endParaRPr/>
          </a:p>
          <a:p>
            <a:pPr indent="-274320" lvl="0" marL="274320" rtl="0" algn="l">
              <a:spcBef>
                <a:spcPts val="480"/>
              </a:spcBef>
              <a:spcAft>
                <a:spcPts val="0"/>
              </a:spcAft>
              <a:buSzPts val="2400"/>
              <a:buChar char="*"/>
            </a:pPr>
            <a:r>
              <a:rPr lang="it-IT"/>
              <a:t>Spring core </a:t>
            </a:r>
            <a:r>
              <a:rPr i="1" lang="it-IT"/>
              <a:t>IoC container</a:t>
            </a:r>
            <a:endParaRPr/>
          </a:p>
          <a:p>
            <a:pPr indent="-274320" lvl="0" marL="274320" rtl="0" algn="l">
              <a:spcBef>
                <a:spcPts val="480"/>
              </a:spcBef>
              <a:spcAft>
                <a:spcPts val="0"/>
              </a:spcAft>
              <a:buSzPts val="2400"/>
              <a:buChar char="*"/>
            </a:pPr>
            <a:r>
              <a:rPr lang="it-IT"/>
              <a:t>Spring </a:t>
            </a:r>
            <a:r>
              <a:rPr i="1" lang="it-IT"/>
              <a:t>Mvc</a:t>
            </a:r>
            <a:endParaRPr/>
          </a:p>
        </p:txBody>
      </p:sp>
      <p:sp>
        <p:nvSpPr>
          <p:cNvPr id="143" name="Google Shape;143;p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44" name="Google Shape;144;p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Prerequisiti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
          <p:cNvSpPr txBox="1"/>
          <p:nvPr>
            <p:ph idx="1" type="body"/>
          </p:nvPr>
        </p:nvSpPr>
        <p:spPr>
          <a:xfrm>
            <a:off x="872067" y="2420888"/>
            <a:ext cx="7408333" cy="3705275"/>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Security in ambito informatico:</a:t>
            </a:r>
            <a:endParaRPr/>
          </a:p>
          <a:p>
            <a:pPr indent="-274319" lvl="1" marL="576263" rtl="0" algn="l">
              <a:spcBef>
                <a:spcPts val="440"/>
              </a:spcBef>
              <a:spcAft>
                <a:spcPts val="0"/>
              </a:spcAft>
              <a:buSzPts val="2200"/>
              <a:buChar char="*"/>
            </a:pPr>
            <a:r>
              <a:rPr lang="it-IT"/>
              <a:t>Autenticazione</a:t>
            </a:r>
            <a:endParaRPr/>
          </a:p>
          <a:p>
            <a:pPr indent="-274319" lvl="1" marL="576263" rtl="0" algn="l">
              <a:spcBef>
                <a:spcPts val="440"/>
              </a:spcBef>
              <a:spcAft>
                <a:spcPts val="0"/>
              </a:spcAft>
              <a:buSzPts val="2200"/>
              <a:buChar char="*"/>
            </a:pPr>
            <a:r>
              <a:rPr lang="it-IT"/>
              <a:t>Autorizzazione</a:t>
            </a:r>
            <a:endParaRPr/>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Security in ambito Java web:</a:t>
            </a:r>
            <a:endParaRPr/>
          </a:p>
          <a:p>
            <a:pPr indent="-274319" lvl="1" marL="576263" rtl="0" algn="l">
              <a:spcBef>
                <a:spcPts val="440"/>
              </a:spcBef>
              <a:spcAft>
                <a:spcPts val="0"/>
              </a:spcAft>
              <a:buSzPts val="2200"/>
              <a:buChar char="*"/>
            </a:pPr>
            <a:r>
              <a:rPr lang="it-IT"/>
              <a:t>Filter</a:t>
            </a:r>
            <a:endParaRPr/>
          </a:p>
        </p:txBody>
      </p:sp>
      <p:sp>
        <p:nvSpPr>
          <p:cNvPr id="150" name="Google Shape;150;p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51" name="Google Shape;151;p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Concetti base si security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4"/>
          <p:cNvSpPr txBox="1"/>
          <p:nvPr>
            <p:ph idx="1" type="body"/>
          </p:nvPr>
        </p:nvSpPr>
        <p:spPr>
          <a:xfrm>
            <a:off x="872067" y="2276872"/>
            <a:ext cx="7408333" cy="3849291"/>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Modulo di Spring per la gestione della security</a:t>
            </a:r>
            <a:endParaRPr/>
          </a:p>
          <a:p>
            <a:pPr indent="-274319" lvl="1" marL="576263" rtl="0" algn="l">
              <a:spcBef>
                <a:spcPts val="440"/>
              </a:spcBef>
              <a:spcAft>
                <a:spcPts val="0"/>
              </a:spcAft>
              <a:buSzPts val="2200"/>
              <a:buChar char="*"/>
            </a:pPr>
            <a:r>
              <a:rPr lang="it-IT"/>
              <a:t>basato sull’implementazione del </a:t>
            </a:r>
            <a:r>
              <a:rPr i="1" lang="it-IT"/>
              <a:t>Chain Filter</a:t>
            </a:r>
            <a:endParaRPr i="1"/>
          </a:p>
          <a:p>
            <a:pPr indent="-274319" lvl="1" marL="576263" rtl="0" algn="l">
              <a:spcBef>
                <a:spcPts val="440"/>
              </a:spcBef>
              <a:spcAft>
                <a:spcPts val="0"/>
              </a:spcAft>
              <a:buSzPts val="2200"/>
              <a:buChar char="*"/>
            </a:pPr>
            <a:r>
              <a:rPr lang="it-IT"/>
              <a:t>possibilità di personalizzare ciascun filtro del </a:t>
            </a:r>
            <a:r>
              <a:rPr i="1" lang="it-IT"/>
              <a:t>Chain Filter</a:t>
            </a:r>
            <a:endParaRPr i="1"/>
          </a:p>
          <a:p>
            <a:pPr indent="-274319" lvl="1" marL="576263" rtl="0" algn="l">
              <a:spcBef>
                <a:spcPts val="440"/>
              </a:spcBef>
              <a:spcAft>
                <a:spcPts val="0"/>
              </a:spcAft>
              <a:buSzPts val="2200"/>
              <a:buChar char="*"/>
            </a:pPr>
            <a:r>
              <a:rPr lang="it-IT"/>
              <a:t>possibilità di personalizzare il processo di autenticazione e di autorizzazione</a:t>
            </a:r>
            <a:endParaRPr/>
          </a:p>
          <a:p>
            <a:pPr indent="-121920" lvl="0" marL="274320" rtl="0" algn="l">
              <a:spcBef>
                <a:spcPts val="480"/>
              </a:spcBef>
              <a:spcAft>
                <a:spcPts val="0"/>
              </a:spcAft>
              <a:buSzPts val="2400"/>
              <a:buNone/>
            </a:pPr>
            <a:r>
              <a:t/>
            </a:r>
            <a:endParaRPr/>
          </a:p>
          <a:p>
            <a:pPr indent="-121920" lvl="0" marL="274320" rtl="0" algn="l">
              <a:spcBef>
                <a:spcPts val="480"/>
              </a:spcBef>
              <a:spcAft>
                <a:spcPts val="0"/>
              </a:spcAft>
              <a:buSzPts val="2400"/>
              <a:buNone/>
            </a:pPr>
            <a:r>
              <a:t/>
            </a:r>
            <a:endParaRPr/>
          </a:p>
        </p:txBody>
      </p:sp>
      <p:sp>
        <p:nvSpPr>
          <p:cNvPr id="157" name="Google Shape;157;p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58" name="Google Shape;158;p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Cos’è Spring Security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5"/>
          <p:cNvSpPr txBox="1"/>
          <p:nvPr>
            <p:ph idx="1" type="body"/>
          </p:nvPr>
        </p:nvSpPr>
        <p:spPr>
          <a:xfrm>
            <a:off x="872067" y="1772816"/>
            <a:ext cx="7408333" cy="4353347"/>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Per usare Spring Security occorrono una serie di librerie e, come per qualsiasi progetto Java Spring, le possibilità sono:</a:t>
            </a:r>
            <a:endParaRPr/>
          </a:p>
          <a:p>
            <a:pPr indent="-274319" lvl="1" marL="576263" rtl="0" algn="l">
              <a:spcBef>
                <a:spcPts val="440"/>
              </a:spcBef>
              <a:spcAft>
                <a:spcPts val="0"/>
              </a:spcAft>
              <a:buSzPts val="2200"/>
              <a:buChar char="*"/>
            </a:pPr>
            <a:r>
              <a:rPr lang="it-IT"/>
              <a:t>aggiungere manualmente le librerie necessarie al progetto</a:t>
            </a:r>
            <a:endParaRPr/>
          </a:p>
          <a:p>
            <a:pPr indent="-274319" lvl="1" marL="576263" rtl="0" algn="l">
              <a:spcBef>
                <a:spcPts val="440"/>
              </a:spcBef>
              <a:spcAft>
                <a:spcPts val="0"/>
              </a:spcAft>
              <a:buSzPts val="2200"/>
              <a:buChar char="*"/>
            </a:pPr>
            <a:r>
              <a:rPr lang="it-IT"/>
              <a:t>utilizzare Maven</a:t>
            </a:r>
            <a:endParaRPr/>
          </a:p>
          <a:p>
            <a:pPr indent="-274319" lvl="1" marL="576263" rtl="0" algn="l">
              <a:spcBef>
                <a:spcPts val="440"/>
              </a:spcBef>
              <a:spcAft>
                <a:spcPts val="0"/>
              </a:spcAft>
              <a:buSzPts val="2200"/>
              <a:buChar char="*"/>
            </a:pPr>
            <a:r>
              <a:rPr lang="it-IT"/>
              <a:t>utilizzare Spring Boot</a:t>
            </a:r>
            <a:endParaRPr/>
          </a:p>
        </p:txBody>
      </p:sp>
      <p:sp>
        <p:nvSpPr>
          <p:cNvPr id="164" name="Google Shape;164;p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65" name="Google Shape;165;p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Set-up Spring Security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6"/>
          <p:cNvSpPr txBox="1"/>
          <p:nvPr>
            <p:ph idx="1" type="body"/>
          </p:nvPr>
        </p:nvSpPr>
        <p:spPr>
          <a:xfrm>
            <a:off x="872067" y="1700808"/>
            <a:ext cx="7408333" cy="4425355"/>
          </a:xfrm>
          <a:prstGeom prst="rect">
            <a:avLst/>
          </a:prstGeom>
          <a:noFill/>
          <a:ln>
            <a:noFill/>
          </a:ln>
        </p:spPr>
        <p:txBody>
          <a:bodyPr anchorCtr="0" anchor="t" bIns="45700" lIns="91425" spcFirstLastPara="1" rIns="91425" wrap="square" tIns="45700">
            <a:normAutofit fontScale="70000" lnSpcReduction="20000"/>
          </a:bodyPr>
          <a:lstStyle/>
          <a:p>
            <a:pPr indent="-167640" lvl="0" marL="274320" rtl="0" algn="l">
              <a:spcBef>
                <a:spcPts val="0"/>
              </a:spcBef>
              <a:spcAft>
                <a:spcPts val="0"/>
              </a:spcAft>
              <a:buSzPct val="100000"/>
              <a:buNone/>
            </a:pPr>
            <a:r>
              <a:t/>
            </a:r>
            <a:endParaRPr/>
          </a:p>
          <a:p>
            <a:pPr indent="-274320" lvl="0" marL="274320" rtl="0" algn="l">
              <a:spcBef>
                <a:spcPts val="336"/>
              </a:spcBef>
              <a:spcAft>
                <a:spcPts val="0"/>
              </a:spcAft>
              <a:buSzPct val="100000"/>
              <a:buChar char="*"/>
            </a:pPr>
            <a:r>
              <a:rPr lang="it-IT"/>
              <a:t>Nel caso si usi Spring Boot tramite Spring Initializr occorre selezionare le dipendenze </a:t>
            </a:r>
            <a:r>
              <a:rPr i="1" lang="it-IT"/>
              <a:t>web </a:t>
            </a:r>
            <a:r>
              <a:rPr lang="it-IT"/>
              <a:t>e </a:t>
            </a:r>
            <a:r>
              <a:rPr i="1" lang="it-IT"/>
              <a:t>security</a:t>
            </a:r>
            <a:r>
              <a:rPr lang="it-IT"/>
              <a:t> in modo da avere i seguenti </a:t>
            </a:r>
            <a:r>
              <a:rPr i="1" lang="it-IT"/>
              <a:t>boot-starter</a:t>
            </a:r>
            <a:r>
              <a:rPr lang="it-IT"/>
              <a:t>:</a:t>
            </a:r>
            <a:endParaRPr/>
          </a:p>
          <a:p>
            <a:pPr indent="-274319" lvl="1" marL="576263" rtl="0" algn="l">
              <a:spcBef>
                <a:spcPts val="308"/>
              </a:spcBef>
              <a:spcAft>
                <a:spcPts val="0"/>
              </a:spcAft>
              <a:buSzPct val="100000"/>
              <a:buChar char="*"/>
            </a:pPr>
            <a:r>
              <a:rPr i="1" lang="it-IT"/>
              <a:t>spring-boot-starter-security</a:t>
            </a:r>
            <a:endParaRPr/>
          </a:p>
          <a:p>
            <a:pPr indent="-274319" lvl="1" marL="576263" rtl="0" algn="l">
              <a:spcBef>
                <a:spcPts val="308"/>
              </a:spcBef>
              <a:spcAft>
                <a:spcPts val="0"/>
              </a:spcAft>
              <a:buSzPct val="100000"/>
              <a:buChar char="*"/>
            </a:pPr>
            <a:r>
              <a:rPr i="1" lang="it-IT"/>
              <a:t>spring-boot-starter-webmvc</a:t>
            </a:r>
            <a:endParaRPr i="1"/>
          </a:p>
          <a:p>
            <a:pPr indent="-274320" lvl="0" marL="274320" rtl="0" algn="l">
              <a:spcBef>
                <a:spcPts val="336"/>
              </a:spcBef>
              <a:spcAft>
                <a:spcPts val="0"/>
              </a:spcAft>
              <a:buSzPct val="100000"/>
              <a:buChar char="*"/>
            </a:pPr>
            <a:r>
              <a:rPr lang="it-IT"/>
              <a:t>per utilizzare le </a:t>
            </a:r>
            <a:r>
              <a:rPr i="1" lang="it-IT"/>
              <a:t>jsp</a:t>
            </a:r>
            <a:r>
              <a:rPr lang="it-IT"/>
              <a:t> dal </a:t>
            </a:r>
            <a:r>
              <a:rPr i="1" lang="it-IT"/>
              <a:t>Tomcat embedded</a:t>
            </a:r>
            <a:r>
              <a:rPr lang="it-IT"/>
              <a:t>, sono necessarie:</a:t>
            </a:r>
            <a:endParaRPr/>
          </a:p>
          <a:p>
            <a:pPr indent="-274319" lvl="1" marL="576263" rtl="0" algn="l">
              <a:spcBef>
                <a:spcPts val="308"/>
              </a:spcBef>
              <a:spcAft>
                <a:spcPts val="0"/>
              </a:spcAft>
              <a:buSzPct val="100000"/>
              <a:buChar char="*"/>
            </a:pPr>
            <a:r>
              <a:rPr i="1" lang="it-IT"/>
              <a:t>tomcat-embed-jasper</a:t>
            </a:r>
            <a:r>
              <a:rPr lang="it-IT"/>
              <a:t> </a:t>
            </a:r>
            <a:endParaRPr/>
          </a:p>
          <a:p>
            <a:pPr indent="-274319" lvl="1" marL="576263" rtl="0" algn="l">
              <a:spcBef>
                <a:spcPts val="308"/>
              </a:spcBef>
              <a:spcAft>
                <a:spcPts val="0"/>
              </a:spcAft>
              <a:buSzPct val="100000"/>
              <a:buChar char="*"/>
            </a:pPr>
            <a:r>
              <a:rPr i="1" lang="it-IT"/>
              <a:t>jakarta.servlet.jsp.jstl (da glassfish)</a:t>
            </a:r>
            <a:endParaRPr/>
          </a:p>
          <a:p>
            <a:pPr indent="-274319" lvl="1" marL="576263" rtl="0" algn="l">
              <a:spcBef>
                <a:spcPts val="308"/>
              </a:spcBef>
              <a:spcAft>
                <a:spcPts val="0"/>
              </a:spcAft>
              <a:buSzPct val="100000"/>
              <a:buChar char="*"/>
            </a:pPr>
            <a:r>
              <a:rPr i="1" lang="it-IT"/>
              <a:t>jakarta.servlet.jsp.jstl-api (da jakarta)</a:t>
            </a:r>
            <a:endParaRPr/>
          </a:p>
          <a:p>
            <a:pPr indent="-274320" lvl="0" marL="274320" rtl="0" algn="l">
              <a:spcBef>
                <a:spcPts val="336"/>
              </a:spcBef>
              <a:spcAft>
                <a:spcPts val="0"/>
              </a:spcAft>
              <a:buSzPct val="100000"/>
              <a:buChar char="*"/>
            </a:pPr>
            <a:r>
              <a:rPr lang="it-IT"/>
              <a:t>sempre nelle jsp, per i tag di security di spring:</a:t>
            </a:r>
            <a:endParaRPr/>
          </a:p>
          <a:p>
            <a:pPr indent="-274319" lvl="1" marL="576263" rtl="0" algn="l">
              <a:spcBef>
                <a:spcPts val="308"/>
              </a:spcBef>
              <a:spcAft>
                <a:spcPts val="0"/>
              </a:spcAft>
              <a:buSzPct val="100000"/>
              <a:buChar char="*"/>
            </a:pPr>
            <a:r>
              <a:rPr i="1" lang="it-IT"/>
              <a:t>spring-security-taglibs</a:t>
            </a:r>
            <a:endParaRPr i="1"/>
          </a:p>
          <a:p>
            <a:pPr indent="-274320" lvl="0" marL="274320" rtl="0" algn="l">
              <a:spcBef>
                <a:spcPts val="336"/>
              </a:spcBef>
              <a:spcAft>
                <a:spcPts val="0"/>
              </a:spcAft>
              <a:buSzPct val="100000"/>
              <a:buChar char="*"/>
            </a:pPr>
            <a:r>
              <a:rPr lang="it-IT"/>
              <a:t>inoltre per usare un database MySql in cui gestire le credenziali di accesso serviranno:</a:t>
            </a:r>
            <a:endParaRPr/>
          </a:p>
          <a:p>
            <a:pPr indent="-274319" lvl="1" marL="576263" rtl="0" algn="l">
              <a:spcBef>
                <a:spcPts val="308"/>
              </a:spcBef>
              <a:spcAft>
                <a:spcPts val="0"/>
              </a:spcAft>
              <a:buSzPct val="100000"/>
              <a:buChar char="*"/>
            </a:pPr>
            <a:r>
              <a:rPr i="1" lang="it-IT"/>
              <a:t>spring-data</a:t>
            </a:r>
            <a:endParaRPr/>
          </a:p>
          <a:p>
            <a:pPr indent="-274319" lvl="1" marL="576263" rtl="0" algn="l">
              <a:spcBef>
                <a:spcPts val="308"/>
              </a:spcBef>
              <a:spcAft>
                <a:spcPts val="0"/>
              </a:spcAft>
              <a:buSzPct val="100000"/>
              <a:buChar char="*"/>
            </a:pPr>
            <a:r>
              <a:rPr i="1" lang="it-IT"/>
              <a:t>mysql-connector</a:t>
            </a:r>
            <a:endParaRPr i="1"/>
          </a:p>
        </p:txBody>
      </p:sp>
      <p:sp>
        <p:nvSpPr>
          <p:cNvPr id="171" name="Google Shape;171;p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72" name="Google Shape;172;p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Spring Security con Spring Boot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7"/>
          <p:cNvSpPr txBox="1"/>
          <p:nvPr>
            <p:ph idx="1" type="body"/>
          </p:nvPr>
        </p:nvSpPr>
        <p:spPr>
          <a:xfrm>
            <a:off x="872067" y="1772816"/>
            <a:ext cx="7408333" cy="4353347"/>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per attivare la catena </a:t>
            </a:r>
            <a:r>
              <a:rPr i="1" lang="it-IT"/>
              <a:t>Filter</a:t>
            </a:r>
            <a:r>
              <a:rPr lang="it-IT"/>
              <a:t> Chain del modulo Spring Security</a:t>
            </a:r>
            <a:r>
              <a:rPr i="1" lang="it-IT"/>
              <a:t> </a:t>
            </a:r>
            <a:r>
              <a:rPr lang="it-IT"/>
              <a:t>è sufficiente scrivere una classe annotata con:</a:t>
            </a:r>
            <a:endParaRPr/>
          </a:p>
          <a:p>
            <a:pPr indent="-274319" lvl="1" marL="576263" rtl="0" algn="l">
              <a:spcBef>
                <a:spcPts val="440"/>
              </a:spcBef>
              <a:spcAft>
                <a:spcPts val="0"/>
              </a:spcAft>
              <a:buSzPts val="2200"/>
              <a:buChar char="*"/>
            </a:pPr>
            <a:r>
              <a:rPr i="1" lang="it-IT"/>
              <a:t>@Configuration</a:t>
            </a:r>
            <a:endParaRPr i="1"/>
          </a:p>
          <a:p>
            <a:pPr indent="-274319" lvl="1" marL="576263" rtl="0" algn="l">
              <a:spcBef>
                <a:spcPts val="440"/>
              </a:spcBef>
              <a:spcAft>
                <a:spcPts val="0"/>
              </a:spcAft>
              <a:buSzPts val="2200"/>
              <a:buChar char="*"/>
            </a:pPr>
            <a:r>
              <a:rPr i="1" lang="it-IT"/>
              <a:t>@EnableWebSecurity</a:t>
            </a:r>
            <a:endParaRPr i="1"/>
          </a:p>
          <a:p>
            <a:pPr indent="-274320" lvl="0" marL="274320" rtl="0" algn="l">
              <a:spcBef>
                <a:spcPts val="480"/>
              </a:spcBef>
              <a:spcAft>
                <a:spcPts val="0"/>
              </a:spcAft>
              <a:buSzPts val="2400"/>
              <a:buChar char="*"/>
            </a:pPr>
            <a:r>
              <a:rPr lang="it-IT"/>
              <a:t>e fare in modo che la classe sia caricata allo start-up dell’applicazione</a:t>
            </a:r>
            <a:endParaRPr/>
          </a:p>
          <a:p>
            <a:pPr indent="-121920" lvl="0" marL="274320" rtl="0" algn="l">
              <a:spcBef>
                <a:spcPts val="480"/>
              </a:spcBef>
              <a:spcAft>
                <a:spcPts val="0"/>
              </a:spcAft>
              <a:buSzPts val="2400"/>
              <a:buNone/>
            </a:pPr>
            <a:r>
              <a:t/>
            </a:r>
            <a:endParaRPr/>
          </a:p>
        </p:txBody>
      </p:sp>
      <p:sp>
        <p:nvSpPr>
          <p:cNvPr id="178" name="Google Shape;178;p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79" name="Google Shape;179;p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3200"/>
              <a:buFont typeface="Candara"/>
              <a:buNone/>
            </a:pPr>
            <a:r>
              <a:rPr lang="it-IT" sz="3200"/>
              <a:t>Configurazione della security</a:t>
            </a:r>
            <a:endParaRPr i="1" sz="32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8"/>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Con l’attivazione di default di Spring Security, avviando la web application e provando ad accedere a qualsiasi url, senza alcun intervento da parte del programmatore, verremo re-indirizzati ad una pagina di login pre-impostata da Spring col seguente aspetto:</a:t>
            </a:r>
            <a:endParaRPr/>
          </a:p>
          <a:p>
            <a:pPr indent="-121920" lvl="0" marL="274320" rtl="0" algn="l">
              <a:spcBef>
                <a:spcPts val="480"/>
              </a:spcBef>
              <a:spcAft>
                <a:spcPts val="0"/>
              </a:spcAft>
              <a:buSzPts val="2400"/>
              <a:buNone/>
            </a:pPr>
            <a:r>
              <a:t/>
            </a:r>
            <a:endParaRPr/>
          </a:p>
        </p:txBody>
      </p:sp>
      <p:sp>
        <p:nvSpPr>
          <p:cNvPr id="185" name="Google Shape;185;p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86" name="Google Shape;186;p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Verifica dell’attivazione di default Spring Security</a:t>
            </a:r>
            <a:endParaRPr/>
          </a:p>
        </p:txBody>
      </p:sp>
      <p:pic>
        <p:nvPicPr>
          <p:cNvPr id="187" name="Google Shape;187;p8"/>
          <p:cNvPicPr preferRelativeResize="0"/>
          <p:nvPr/>
        </p:nvPicPr>
        <p:blipFill rotWithShape="1">
          <a:blip r:embed="rId3">
            <a:alphaModFix/>
          </a:blip>
          <a:srcRect b="0" l="0" r="0" t="0"/>
          <a:stretch/>
        </p:blipFill>
        <p:spPr>
          <a:xfrm>
            <a:off x="2267744" y="4363787"/>
            <a:ext cx="4608512" cy="20151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9"/>
          <p:cNvSpPr txBox="1"/>
          <p:nvPr>
            <p:ph idx="1" type="body"/>
          </p:nvPr>
        </p:nvSpPr>
        <p:spPr>
          <a:xfrm>
            <a:off x="872067" y="1772816"/>
            <a:ext cx="7408333" cy="4353347"/>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nella classe di configurazione della security possiamo gestire:</a:t>
            </a:r>
            <a:endParaRPr/>
          </a:p>
          <a:p>
            <a:pPr indent="-121920" lvl="0" marL="274320" rtl="0" algn="l">
              <a:spcBef>
                <a:spcPts val="480"/>
              </a:spcBef>
              <a:spcAft>
                <a:spcPts val="0"/>
              </a:spcAft>
              <a:buSzPts val="2400"/>
              <a:buNone/>
            </a:pPr>
            <a:r>
              <a:t/>
            </a:r>
            <a:endParaRPr/>
          </a:p>
          <a:p>
            <a:pPr indent="-274319" lvl="1" marL="576263" rtl="0" algn="l">
              <a:spcBef>
                <a:spcPts val="440"/>
              </a:spcBef>
              <a:spcAft>
                <a:spcPts val="0"/>
              </a:spcAft>
              <a:buSzPts val="2200"/>
              <a:buChar char="*"/>
            </a:pPr>
            <a:r>
              <a:rPr lang="it-IT"/>
              <a:t>l’autenticazione tramite il </a:t>
            </a:r>
            <a:r>
              <a:rPr i="1" lang="it-IT"/>
              <a:t>@Bean</a:t>
            </a:r>
            <a:r>
              <a:rPr lang="it-IT"/>
              <a:t> </a:t>
            </a:r>
            <a:r>
              <a:rPr i="1" lang="it-IT"/>
              <a:t>AuthenticationManager</a:t>
            </a:r>
            <a:endParaRPr i="1" sz="1800"/>
          </a:p>
          <a:p>
            <a:pPr indent="-134619" lvl="1" marL="576263" rtl="0" algn="l">
              <a:spcBef>
                <a:spcPts val="440"/>
              </a:spcBef>
              <a:spcAft>
                <a:spcPts val="0"/>
              </a:spcAft>
              <a:buSzPts val="2200"/>
              <a:buNone/>
            </a:pPr>
            <a:r>
              <a:t/>
            </a:r>
            <a:endParaRPr/>
          </a:p>
          <a:p>
            <a:pPr indent="-274319" lvl="1" marL="576263" rtl="0" algn="l">
              <a:spcBef>
                <a:spcPts val="440"/>
              </a:spcBef>
              <a:spcAft>
                <a:spcPts val="0"/>
              </a:spcAft>
              <a:buSzPts val="2200"/>
              <a:buChar char="*"/>
            </a:pPr>
            <a:r>
              <a:rPr lang="it-IT"/>
              <a:t>l’autorizzazione tramite il </a:t>
            </a:r>
            <a:r>
              <a:rPr i="1" lang="it-IT"/>
              <a:t>@Bean SecurityFilterChain</a:t>
            </a:r>
            <a:endParaRPr i="1"/>
          </a:p>
          <a:p>
            <a:pPr indent="-160019" lvl="1" marL="576263" rtl="0" algn="l">
              <a:spcBef>
                <a:spcPts val="360"/>
              </a:spcBef>
              <a:spcAft>
                <a:spcPts val="0"/>
              </a:spcAft>
              <a:buSzPts val="1800"/>
              <a:buNone/>
            </a:pPr>
            <a:r>
              <a:t/>
            </a:r>
            <a:endParaRPr i="1" sz="1800"/>
          </a:p>
          <a:p>
            <a:pPr indent="-134619" lvl="1" marL="576263" rtl="0" algn="l">
              <a:spcBef>
                <a:spcPts val="440"/>
              </a:spcBef>
              <a:spcAft>
                <a:spcPts val="0"/>
              </a:spcAft>
              <a:buSzPts val="2200"/>
              <a:buNone/>
            </a:pPr>
            <a:r>
              <a:t/>
            </a:r>
            <a:endParaRPr i="1"/>
          </a:p>
        </p:txBody>
      </p:sp>
      <p:sp>
        <p:nvSpPr>
          <p:cNvPr id="193" name="Google Shape;193;p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194" name="Google Shape;194;p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Autenticazione e autorizzazione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0"/>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Sono disponibili 4 modalità di autenticazione:</a:t>
            </a:r>
            <a:endParaRPr/>
          </a:p>
          <a:p>
            <a:pPr indent="-274319" lvl="1" marL="576263" rtl="0" algn="l">
              <a:spcBef>
                <a:spcPts val="440"/>
              </a:spcBef>
              <a:spcAft>
                <a:spcPts val="0"/>
              </a:spcAft>
              <a:buSzPts val="2200"/>
              <a:buChar char="*"/>
            </a:pPr>
            <a:r>
              <a:rPr i="1" lang="it-IT"/>
              <a:t>in memory user store</a:t>
            </a:r>
            <a:endParaRPr i="1"/>
          </a:p>
          <a:p>
            <a:pPr indent="-274319" lvl="1" marL="576263" rtl="0" algn="l">
              <a:spcBef>
                <a:spcPts val="440"/>
              </a:spcBef>
              <a:spcAft>
                <a:spcPts val="0"/>
              </a:spcAft>
              <a:buSzPts val="2200"/>
              <a:buChar char="*"/>
            </a:pPr>
            <a:r>
              <a:rPr i="1" lang="it-IT"/>
              <a:t>Jdbc user store</a:t>
            </a:r>
            <a:endParaRPr i="1"/>
          </a:p>
          <a:p>
            <a:pPr indent="-274319" lvl="1" marL="576263" rtl="0" algn="l">
              <a:spcBef>
                <a:spcPts val="440"/>
              </a:spcBef>
              <a:spcAft>
                <a:spcPts val="0"/>
              </a:spcAft>
              <a:buSzPts val="2200"/>
              <a:buChar char="*"/>
            </a:pPr>
            <a:r>
              <a:rPr i="1" lang="it-IT"/>
              <a:t>Ldap user store</a:t>
            </a:r>
            <a:endParaRPr i="1"/>
          </a:p>
          <a:p>
            <a:pPr indent="-274319" lvl="1" marL="576263" rtl="0" algn="l">
              <a:spcBef>
                <a:spcPts val="440"/>
              </a:spcBef>
              <a:spcAft>
                <a:spcPts val="0"/>
              </a:spcAft>
              <a:buSzPts val="2200"/>
              <a:buChar char="*"/>
            </a:pPr>
            <a:r>
              <a:rPr i="1" lang="it-IT"/>
              <a:t>custom user store</a:t>
            </a:r>
            <a:endParaRPr i="1"/>
          </a:p>
          <a:p>
            <a:pPr indent="-134619" lvl="1" marL="576263" rtl="0" algn="l">
              <a:spcBef>
                <a:spcPts val="440"/>
              </a:spcBef>
              <a:spcAft>
                <a:spcPts val="0"/>
              </a:spcAft>
              <a:buSzPts val="2200"/>
              <a:buNone/>
            </a:pPr>
            <a:r>
              <a:t/>
            </a:r>
            <a:endParaRPr i="1"/>
          </a:p>
        </p:txBody>
      </p:sp>
      <p:sp>
        <p:nvSpPr>
          <p:cNvPr id="200" name="Google Shape;200;p1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01" name="Google Shape;201;p1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Autenticazione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1"/>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Nelle prossime slide vedremo come implementare l’autenticazione </a:t>
            </a:r>
            <a:r>
              <a:rPr i="1" lang="it-IT"/>
              <a:t>InMemory</a:t>
            </a:r>
            <a:r>
              <a:rPr lang="it-IT"/>
              <a:t> (utile solo per test/demo) e quella custom, in cui si può definire la propria strategia di gestione degli utenti su database</a:t>
            </a:r>
            <a:endParaRPr/>
          </a:p>
          <a:p>
            <a:pPr indent="-274320" lvl="0" marL="274320" rtl="0" algn="l">
              <a:spcBef>
                <a:spcPts val="480"/>
              </a:spcBef>
              <a:spcAft>
                <a:spcPts val="0"/>
              </a:spcAft>
              <a:buSzPts val="2400"/>
              <a:buChar char="*"/>
            </a:pPr>
            <a:r>
              <a:rPr lang="it-IT"/>
              <a:t>In entrambi i casi useremo un </a:t>
            </a:r>
            <a:r>
              <a:rPr i="1" lang="it-IT"/>
              <a:t>PasswordEncoder</a:t>
            </a:r>
            <a:r>
              <a:rPr lang="it-IT"/>
              <a:t> per la codifica sicura delle password e dovremo:</a:t>
            </a:r>
            <a:endParaRPr/>
          </a:p>
          <a:p>
            <a:pPr indent="-274319" lvl="1" marL="576263" rtl="0" algn="l">
              <a:spcBef>
                <a:spcPts val="440"/>
              </a:spcBef>
              <a:spcAft>
                <a:spcPts val="0"/>
              </a:spcAft>
              <a:buSzPts val="2200"/>
              <a:buChar char="*"/>
            </a:pPr>
            <a:r>
              <a:rPr lang="it-IT"/>
              <a:t>implementare un </a:t>
            </a:r>
            <a:r>
              <a:rPr i="1" lang="it-IT"/>
              <a:t>@Bean UserDetailsService</a:t>
            </a:r>
            <a:endParaRPr i="1"/>
          </a:p>
          <a:p>
            <a:pPr indent="-274319" lvl="1" marL="576263" rtl="0" algn="l">
              <a:spcBef>
                <a:spcPts val="440"/>
              </a:spcBef>
              <a:spcAft>
                <a:spcPts val="0"/>
              </a:spcAft>
              <a:buSzPts val="2200"/>
              <a:buChar char="*"/>
            </a:pPr>
            <a:r>
              <a:rPr lang="it-IT"/>
              <a:t>implementare un </a:t>
            </a:r>
            <a:r>
              <a:rPr i="1" lang="it-IT"/>
              <a:t>@Bean AuthenticationManager</a:t>
            </a:r>
            <a:r>
              <a:rPr lang="it-IT"/>
              <a:t> nel quale impostare lo </a:t>
            </a:r>
            <a:r>
              <a:rPr i="1" lang="it-IT"/>
              <a:t>UserDetailsService </a:t>
            </a:r>
            <a:r>
              <a:rPr lang="it-IT"/>
              <a:t>ed il </a:t>
            </a:r>
            <a:r>
              <a:rPr i="1" lang="it-IT"/>
              <a:t>PasswordEncoder</a:t>
            </a:r>
            <a:endParaRPr/>
          </a:p>
        </p:txBody>
      </p:sp>
      <p:sp>
        <p:nvSpPr>
          <p:cNvPr id="207" name="Google Shape;207;p1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08" name="Google Shape;208;p1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Autenticazione InMemory e Custom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idx="1" type="body"/>
          </p:nvPr>
        </p:nvSpPr>
        <p:spPr>
          <a:xfrm>
            <a:off x="872067" y="1700808"/>
            <a:ext cx="7408333" cy="4608512"/>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500"/>
              <a:buNone/>
            </a:pPr>
            <a:r>
              <a:rPr i="1" lang="it-IT" sz="1500"/>
              <a:t>@Bean</a:t>
            </a:r>
            <a:endParaRPr i="1" sz="1500"/>
          </a:p>
          <a:p>
            <a:pPr indent="0" lvl="0" marL="0" rtl="0" algn="l">
              <a:spcBef>
                <a:spcPts val="300"/>
              </a:spcBef>
              <a:spcAft>
                <a:spcPts val="0"/>
              </a:spcAft>
              <a:buSzPts val="1500"/>
              <a:buNone/>
            </a:pPr>
            <a:r>
              <a:rPr i="1" lang="it-IT" sz="1500"/>
              <a:t>public BCryptPasswordEncoder passwordEncoder() {</a:t>
            </a:r>
            <a:endParaRPr/>
          </a:p>
          <a:p>
            <a:pPr indent="0" lvl="0" marL="0" rtl="0" algn="l">
              <a:spcBef>
                <a:spcPts val="300"/>
              </a:spcBef>
              <a:spcAft>
                <a:spcPts val="0"/>
              </a:spcAft>
              <a:buSzPts val="1500"/>
              <a:buNone/>
            </a:pPr>
            <a:r>
              <a:rPr i="1" lang="it-IT" sz="1500"/>
              <a:t>	return new BCryptPasswordEncoder();</a:t>
            </a:r>
            <a:endParaRPr/>
          </a:p>
          <a:p>
            <a:pPr indent="0" lvl="0" marL="0" rtl="0" algn="l">
              <a:spcBef>
                <a:spcPts val="300"/>
              </a:spcBef>
              <a:spcAft>
                <a:spcPts val="0"/>
              </a:spcAft>
              <a:buSzPts val="1500"/>
              <a:buNone/>
            </a:pPr>
            <a:r>
              <a:rPr i="1" lang="it-IT" sz="1500"/>
              <a:t>}</a:t>
            </a:r>
            <a:endParaRPr/>
          </a:p>
          <a:p>
            <a:pPr indent="0" lvl="0" marL="0" rtl="0" algn="l">
              <a:spcBef>
                <a:spcPts val="300"/>
              </a:spcBef>
              <a:spcAft>
                <a:spcPts val="0"/>
              </a:spcAft>
              <a:buSzPts val="1500"/>
              <a:buNone/>
            </a:pPr>
            <a:r>
              <a:rPr i="1" lang="it-IT" sz="1500"/>
              <a:t>@Bean</a:t>
            </a:r>
            <a:endParaRPr/>
          </a:p>
          <a:p>
            <a:pPr indent="0" lvl="0" marL="0" rtl="0" algn="l">
              <a:spcBef>
                <a:spcPts val="300"/>
              </a:spcBef>
              <a:spcAft>
                <a:spcPts val="0"/>
              </a:spcAft>
              <a:buSzPts val="1500"/>
              <a:buNone/>
            </a:pPr>
            <a:r>
              <a:rPr i="1" lang="it-IT" sz="1500"/>
              <a:t>public InMemoryUserDetailsManager userDetailsService() {</a:t>
            </a:r>
            <a:endParaRPr/>
          </a:p>
          <a:p>
            <a:pPr indent="0" lvl="0" marL="0" rtl="0" algn="l">
              <a:spcBef>
                <a:spcPts val="300"/>
              </a:spcBef>
              <a:spcAft>
                <a:spcPts val="0"/>
              </a:spcAft>
              <a:buSzPts val="1500"/>
              <a:buNone/>
            </a:pPr>
            <a:r>
              <a:rPr i="1" lang="it-IT" sz="1500"/>
              <a:t>	UserDetails usr = User.builder().username("user")</a:t>
            </a:r>
            <a:endParaRPr/>
          </a:p>
          <a:p>
            <a:pPr indent="0" lvl="0" marL="0" rtl="0" algn="l">
              <a:spcBef>
                <a:spcPts val="300"/>
              </a:spcBef>
              <a:spcAft>
                <a:spcPts val="0"/>
              </a:spcAft>
              <a:buSzPts val="1500"/>
              <a:buNone/>
            </a:pPr>
            <a:r>
              <a:rPr i="1" lang="it-IT" sz="1500"/>
              <a:t>	.password(passwordEncoder().encode("user"))</a:t>
            </a:r>
            <a:endParaRPr/>
          </a:p>
          <a:p>
            <a:pPr indent="0" lvl="0" marL="0" rtl="0" algn="l">
              <a:spcBef>
                <a:spcPts val="300"/>
              </a:spcBef>
              <a:spcAft>
                <a:spcPts val="0"/>
              </a:spcAft>
              <a:buSzPts val="1500"/>
              <a:buNone/>
            </a:pPr>
            <a:r>
              <a:rPr i="1" lang="it-IT" sz="1500"/>
              <a:t>	.roles("USER")</a:t>
            </a:r>
            <a:endParaRPr/>
          </a:p>
          <a:p>
            <a:pPr indent="0" lvl="0" marL="0" rtl="0" algn="l">
              <a:spcBef>
                <a:spcPts val="300"/>
              </a:spcBef>
              <a:spcAft>
                <a:spcPts val="0"/>
              </a:spcAft>
              <a:buSzPts val="1500"/>
              <a:buNone/>
            </a:pPr>
            <a:r>
              <a:rPr i="1" lang="it-IT" sz="1500"/>
              <a:t>	.build();</a:t>
            </a:r>
            <a:endParaRPr/>
          </a:p>
          <a:p>
            <a:pPr indent="0" lvl="0" marL="0" rtl="0" algn="l">
              <a:spcBef>
                <a:spcPts val="300"/>
              </a:spcBef>
              <a:spcAft>
                <a:spcPts val="0"/>
              </a:spcAft>
              <a:buSzPts val="1500"/>
              <a:buNone/>
            </a:pPr>
            <a:r>
              <a:rPr i="1" lang="it-IT" sz="1500"/>
              <a:t>	UserDetails admin = User.builder().username("admin")</a:t>
            </a:r>
            <a:endParaRPr/>
          </a:p>
          <a:p>
            <a:pPr indent="0" lvl="0" marL="0" rtl="0" algn="l">
              <a:spcBef>
                <a:spcPts val="300"/>
              </a:spcBef>
              <a:spcAft>
                <a:spcPts val="0"/>
              </a:spcAft>
              <a:buSzPts val="1500"/>
              <a:buNone/>
            </a:pPr>
            <a:r>
              <a:rPr i="1" lang="it-IT" sz="1500"/>
              <a:t>	.password(passwordEncoder().encode("admin"))</a:t>
            </a:r>
            <a:endParaRPr/>
          </a:p>
          <a:p>
            <a:pPr indent="0" lvl="0" marL="0" rtl="0" algn="l">
              <a:spcBef>
                <a:spcPts val="300"/>
              </a:spcBef>
              <a:spcAft>
                <a:spcPts val="0"/>
              </a:spcAft>
              <a:buSzPts val="1500"/>
              <a:buNone/>
            </a:pPr>
            <a:r>
              <a:rPr i="1" lang="it-IT" sz="1500"/>
              <a:t>	.roles("USR", "ADMIN")</a:t>
            </a:r>
            <a:endParaRPr i="1" sz="1500"/>
          </a:p>
          <a:p>
            <a:pPr indent="0" lvl="0" marL="0" rtl="0" algn="l">
              <a:spcBef>
                <a:spcPts val="300"/>
              </a:spcBef>
              <a:spcAft>
                <a:spcPts val="0"/>
              </a:spcAft>
              <a:buSzPts val="1500"/>
              <a:buNone/>
            </a:pPr>
            <a:r>
              <a:rPr i="1" lang="it-IT" sz="1500"/>
              <a:t>	.build();</a:t>
            </a:r>
            <a:endParaRPr/>
          </a:p>
          <a:p>
            <a:pPr indent="0" lvl="0" marL="0" rtl="0" algn="l">
              <a:spcBef>
                <a:spcPts val="300"/>
              </a:spcBef>
              <a:spcAft>
                <a:spcPts val="0"/>
              </a:spcAft>
              <a:buSzPts val="1500"/>
              <a:buNone/>
            </a:pPr>
            <a:r>
              <a:rPr i="1" lang="it-IT" sz="1500"/>
              <a:t>	return new InMemoryUserDetailsManager(usr,admin);</a:t>
            </a:r>
            <a:endParaRPr/>
          </a:p>
          <a:p>
            <a:pPr indent="0" lvl="0" marL="0" rtl="0" algn="l">
              <a:spcBef>
                <a:spcPts val="300"/>
              </a:spcBef>
              <a:spcAft>
                <a:spcPts val="0"/>
              </a:spcAft>
              <a:buSzPts val="1500"/>
              <a:buNone/>
            </a:pPr>
            <a:r>
              <a:rPr i="1" lang="it-IT" sz="1500"/>
              <a:t>}</a:t>
            </a:r>
            <a:endParaRPr/>
          </a:p>
        </p:txBody>
      </p:sp>
      <p:sp>
        <p:nvSpPr>
          <p:cNvPr id="214" name="Google Shape;214;p1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15" name="Google Shape;215;p1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i="1" lang="it-IT"/>
              <a:t>In memory user details service </a:t>
            </a:r>
            <a:r>
              <a:rPr lang="it-IT"/>
              <a:t>con </a:t>
            </a:r>
            <a:r>
              <a:rPr i="1" lang="it-IT"/>
              <a:t>PasswordEncoder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3"/>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Per creare un custom user details service con un proprio db custom di gestione utenti, in una versione semplificata potremmo:</a:t>
            </a:r>
            <a:endParaRPr/>
          </a:p>
          <a:p>
            <a:pPr indent="-274319" lvl="1" marL="576263" rtl="0" algn="l">
              <a:spcBef>
                <a:spcPts val="440"/>
              </a:spcBef>
              <a:spcAft>
                <a:spcPts val="0"/>
              </a:spcAft>
              <a:buSzPts val="2200"/>
              <a:buChar char="*"/>
            </a:pPr>
            <a:r>
              <a:rPr lang="it-IT"/>
              <a:t>una classe </a:t>
            </a:r>
            <a:r>
              <a:rPr i="1" lang="it-IT"/>
              <a:t>@Entity</a:t>
            </a:r>
            <a:r>
              <a:rPr lang="it-IT"/>
              <a:t> collegata ad una tabella del database che implementi </a:t>
            </a:r>
            <a:r>
              <a:rPr i="1" lang="it-IT"/>
              <a:t>UserDetails</a:t>
            </a:r>
            <a:endParaRPr i="1"/>
          </a:p>
          <a:p>
            <a:pPr indent="-274319" lvl="1" marL="576263" rtl="0" algn="l">
              <a:spcBef>
                <a:spcPts val="440"/>
              </a:spcBef>
              <a:spcAft>
                <a:spcPts val="0"/>
              </a:spcAft>
              <a:buSzPts val="2200"/>
              <a:buChar char="*"/>
            </a:pPr>
            <a:r>
              <a:rPr lang="it-IT"/>
              <a:t>la relativa interface </a:t>
            </a:r>
            <a:r>
              <a:rPr i="1" lang="it-IT"/>
              <a:t>@Repository</a:t>
            </a:r>
            <a:r>
              <a:rPr lang="it-IT"/>
              <a:t> di Spring Data</a:t>
            </a:r>
            <a:endParaRPr/>
          </a:p>
          <a:p>
            <a:pPr indent="-274319" lvl="1" marL="576263" rtl="0" algn="l">
              <a:spcBef>
                <a:spcPts val="440"/>
              </a:spcBef>
              <a:spcAft>
                <a:spcPts val="0"/>
              </a:spcAft>
              <a:buSzPts val="2200"/>
              <a:buChar char="*"/>
            </a:pPr>
            <a:r>
              <a:rPr lang="it-IT"/>
              <a:t>il </a:t>
            </a:r>
            <a:r>
              <a:rPr i="1" lang="it-IT"/>
              <a:t>@Service</a:t>
            </a:r>
            <a:r>
              <a:rPr lang="it-IT"/>
              <a:t> di Spring Data che dovrà implementare </a:t>
            </a:r>
            <a:r>
              <a:rPr i="1" lang="it-IT"/>
              <a:t>UserDetailsService</a:t>
            </a:r>
            <a:endParaRPr/>
          </a:p>
          <a:p>
            <a:pPr indent="-274320" lvl="0" marL="274320" rtl="0" algn="l">
              <a:spcBef>
                <a:spcPts val="400"/>
              </a:spcBef>
              <a:spcAft>
                <a:spcPts val="0"/>
              </a:spcAft>
              <a:buSzPts val="2000"/>
              <a:buChar char="*"/>
            </a:pPr>
            <a:r>
              <a:rPr b="1" i="1" lang="it-IT" sz="2000"/>
              <a:t>N.B.: per best-practice, andrebbe separata l'entity che rappresenta gli utenti applicativi dallo UserDetails di Spring Security, disaccoppiando i due concetti</a:t>
            </a:r>
            <a:endParaRPr b="1" i="1" sz="2000"/>
          </a:p>
        </p:txBody>
      </p:sp>
      <p:sp>
        <p:nvSpPr>
          <p:cNvPr id="221" name="Google Shape;221;p1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22" name="Google Shape;222;p1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i="1" lang="it-IT"/>
              <a:t>Custom user details service (1/3)</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4"/>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100000"/>
              <a:buNone/>
            </a:pPr>
            <a:r>
              <a:rPr i="1" lang="it-IT" sz="1800"/>
              <a:t>@Entity</a:t>
            </a:r>
            <a:endParaRPr i="1" sz="1800"/>
          </a:p>
          <a:p>
            <a:pPr indent="0" lvl="0" marL="0" rtl="0" algn="l">
              <a:spcBef>
                <a:spcPts val="333"/>
              </a:spcBef>
              <a:spcAft>
                <a:spcPts val="0"/>
              </a:spcAft>
              <a:buSzPct val="100000"/>
              <a:buNone/>
            </a:pPr>
            <a:r>
              <a:rPr i="1" lang="it-IT" sz="1800"/>
              <a:t>public class Utente implements UserDetails {</a:t>
            </a:r>
            <a:r>
              <a:rPr b="1" lang="it-IT" sz="1800"/>
              <a:t> </a:t>
            </a:r>
            <a:endParaRPr/>
          </a:p>
          <a:p>
            <a:pPr indent="0" lvl="1" marL="301943" rtl="0" algn="l">
              <a:spcBef>
                <a:spcPts val="333"/>
              </a:spcBef>
              <a:spcAft>
                <a:spcPts val="0"/>
              </a:spcAft>
              <a:buSzPct val="100000"/>
              <a:buNone/>
            </a:pPr>
            <a:r>
              <a:rPr i="1" lang="it-IT" sz="1800"/>
              <a:t>@Id</a:t>
            </a:r>
            <a:endParaRPr/>
          </a:p>
          <a:p>
            <a:pPr indent="0" lvl="1" marL="301943" rtl="0" algn="l">
              <a:spcBef>
                <a:spcPts val="333"/>
              </a:spcBef>
              <a:spcAft>
                <a:spcPts val="0"/>
              </a:spcAft>
              <a:buSzPct val="100000"/>
              <a:buNone/>
            </a:pPr>
            <a:r>
              <a:rPr i="1" lang="it-IT" sz="1800"/>
              <a:t>@GeneratedValue( strategy = GenerationType.IDENTITY )</a:t>
            </a:r>
            <a:endParaRPr/>
          </a:p>
          <a:p>
            <a:pPr indent="0" lvl="1" marL="301943" rtl="0" algn="l">
              <a:spcBef>
                <a:spcPts val="333"/>
              </a:spcBef>
              <a:spcAft>
                <a:spcPts val="0"/>
              </a:spcAft>
              <a:buSzPct val="100000"/>
              <a:buNone/>
            </a:pPr>
            <a:r>
              <a:rPr i="1" lang="it-IT" sz="1800"/>
              <a:t>private Integer id;</a:t>
            </a:r>
            <a:endParaRPr/>
          </a:p>
          <a:p>
            <a:pPr indent="0" lvl="1" marL="301943" rtl="0" algn="l">
              <a:spcBef>
                <a:spcPts val="333"/>
              </a:spcBef>
              <a:spcAft>
                <a:spcPts val="0"/>
              </a:spcAft>
              <a:buSzPct val="100000"/>
              <a:buNone/>
            </a:pPr>
            <a:r>
              <a:rPr i="1" lang="it-IT" sz="1800"/>
              <a:t>private String username;</a:t>
            </a:r>
            <a:endParaRPr/>
          </a:p>
          <a:p>
            <a:pPr indent="0" lvl="1" marL="301943" rtl="0" algn="l">
              <a:spcBef>
                <a:spcPts val="333"/>
              </a:spcBef>
              <a:spcAft>
                <a:spcPts val="0"/>
              </a:spcAft>
              <a:buSzPct val="100000"/>
              <a:buNone/>
            </a:pPr>
            <a:r>
              <a:rPr i="1" lang="it-IT" sz="1800"/>
              <a:t>private String password;</a:t>
            </a:r>
            <a:endParaRPr/>
          </a:p>
          <a:p>
            <a:pPr indent="0" lvl="1" marL="301943" rtl="0" algn="l">
              <a:spcBef>
                <a:spcPts val="333"/>
              </a:spcBef>
              <a:spcAft>
                <a:spcPts val="0"/>
              </a:spcAft>
              <a:buSzPct val="100000"/>
              <a:buNone/>
            </a:pPr>
            <a:r>
              <a:rPr i="1" lang="it-IT" sz="1800"/>
              <a:t>….</a:t>
            </a:r>
            <a:endParaRPr/>
          </a:p>
          <a:p>
            <a:pPr indent="0" lvl="1" marL="301943" rtl="0" algn="l">
              <a:spcBef>
                <a:spcPts val="351"/>
              </a:spcBef>
              <a:spcAft>
                <a:spcPts val="0"/>
              </a:spcAft>
              <a:buSzPct val="100000"/>
              <a:buNone/>
            </a:pPr>
            <a:r>
              <a:rPr i="1" lang="it-IT" sz="1900"/>
              <a:t>public Collection&lt;? extends GrantedAuthority&gt; getAuthorities() {</a:t>
            </a:r>
            <a:endParaRPr/>
          </a:p>
          <a:p>
            <a:pPr indent="0" lvl="1" marL="301943" rtl="0" algn="l">
              <a:spcBef>
                <a:spcPts val="351"/>
              </a:spcBef>
              <a:spcAft>
                <a:spcPts val="0"/>
              </a:spcAft>
              <a:buSzPct val="100000"/>
              <a:buNone/>
            </a:pPr>
            <a:r>
              <a:rPr i="1" lang="it-IT" sz="1900"/>
              <a:t>	if ( getUsername() != null &amp;&amp; 						getUsername().toUpperCase().startsWith("ADMIN") ) {</a:t>
            </a:r>
            <a:endParaRPr/>
          </a:p>
          <a:p>
            <a:pPr indent="0" lvl="1" marL="301943" rtl="0" algn="l">
              <a:spcBef>
                <a:spcPts val="351"/>
              </a:spcBef>
              <a:spcAft>
                <a:spcPts val="0"/>
              </a:spcAft>
              <a:buSzPct val="100000"/>
              <a:buNone/>
            </a:pPr>
            <a:r>
              <a:rPr i="1" lang="it-IT" sz="1900"/>
              <a:t>		return Arrays.asList(new 						SimpleGrantedAuthority("ROLE_USER"),new 			SimpleGrantedAuthority("ROLE_ADMIN"));</a:t>
            </a:r>
            <a:endParaRPr/>
          </a:p>
          <a:p>
            <a:pPr indent="0" lvl="1" marL="301943" rtl="0" algn="l">
              <a:spcBef>
                <a:spcPts val="351"/>
              </a:spcBef>
              <a:spcAft>
                <a:spcPts val="0"/>
              </a:spcAft>
              <a:buSzPct val="100000"/>
              <a:buNone/>
            </a:pPr>
            <a:r>
              <a:rPr i="1" lang="it-IT" sz="1900"/>
              <a:t>}</a:t>
            </a:r>
            <a:endParaRPr/>
          </a:p>
          <a:p>
            <a:pPr indent="-274351" lvl="0" marL="274320" rtl="0" algn="l">
              <a:spcBef>
                <a:spcPts val="388"/>
              </a:spcBef>
              <a:spcAft>
                <a:spcPts val="0"/>
              </a:spcAft>
              <a:buSzPct val="100000"/>
              <a:buChar char="*"/>
            </a:pPr>
            <a:r>
              <a:rPr b="1" i="1" lang="it-IT" sz="2100"/>
              <a:t>N.B.: come best-practice le authorities andrebbero recuperate da tabelle collegate (relazioni many-to-many -&gt; user-roles-permissions)</a:t>
            </a:r>
            <a:endParaRPr b="1" i="1" sz="2100"/>
          </a:p>
        </p:txBody>
      </p:sp>
      <p:sp>
        <p:nvSpPr>
          <p:cNvPr id="228" name="Google Shape;228;p1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29" name="Google Shape;229;p1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i="1" lang="it-IT"/>
              <a:t>Custom user details service (2/3)</a:t>
            </a:r>
            <a:br>
              <a:rPr i="1" lang="it-IT"/>
            </a:br>
            <a:r>
              <a:rPr i="1" lang="it-IT"/>
              <a:t>@Entity / UserDetails</a:t>
            </a:r>
            <a:endParaRPr i="1"/>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5"/>
          <p:cNvSpPr txBox="1"/>
          <p:nvPr>
            <p:ph idx="1" type="body"/>
          </p:nvPr>
        </p:nvSpPr>
        <p:spPr>
          <a:xfrm>
            <a:off x="872067" y="2132856"/>
            <a:ext cx="7408333" cy="3993307"/>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potremmo poi scrivere le classi standard di Spring Data per configurare un db, per la </a:t>
            </a:r>
            <a:r>
              <a:rPr i="1" lang="it-IT"/>
              <a:t>crud repository</a:t>
            </a:r>
            <a:r>
              <a:rPr lang="it-IT"/>
              <a:t> di accesso alla classe </a:t>
            </a:r>
            <a:r>
              <a:rPr i="1" lang="it-IT"/>
              <a:t>UserDetails</a:t>
            </a:r>
            <a:r>
              <a:rPr lang="it-IT"/>
              <a:t> e per il relativo </a:t>
            </a:r>
            <a:r>
              <a:rPr i="1" lang="it-IT"/>
              <a:t>Service</a:t>
            </a:r>
            <a:endParaRPr/>
          </a:p>
          <a:p>
            <a:pPr indent="-274320" lvl="0" marL="274320" rtl="0" algn="l">
              <a:spcBef>
                <a:spcPts val="480"/>
              </a:spcBef>
              <a:spcAft>
                <a:spcPts val="0"/>
              </a:spcAft>
              <a:buSzPts val="2400"/>
              <a:buChar char="*"/>
            </a:pPr>
            <a:r>
              <a:rPr lang="it-IT"/>
              <a:t>nel </a:t>
            </a:r>
            <a:r>
              <a:rPr i="1" lang="it-IT"/>
              <a:t>Service </a:t>
            </a:r>
            <a:r>
              <a:rPr lang="it-IT"/>
              <a:t>del data-layer dovremo però:</a:t>
            </a:r>
            <a:endParaRPr/>
          </a:p>
          <a:p>
            <a:pPr indent="-274319" lvl="1" marL="576263" rtl="0" algn="l">
              <a:spcBef>
                <a:spcPts val="440"/>
              </a:spcBef>
              <a:spcAft>
                <a:spcPts val="0"/>
              </a:spcAft>
              <a:buSzPts val="2200"/>
              <a:buChar char="*"/>
            </a:pPr>
            <a:r>
              <a:rPr lang="it-IT"/>
              <a:t>implementare l’interfaccia </a:t>
            </a:r>
            <a:r>
              <a:rPr i="1" lang="it-IT"/>
              <a:t>UserDetailsService</a:t>
            </a:r>
            <a:endParaRPr i="1"/>
          </a:p>
          <a:p>
            <a:pPr indent="-274319" lvl="1" marL="576263" rtl="0" algn="l">
              <a:spcBef>
                <a:spcPts val="440"/>
              </a:spcBef>
              <a:spcAft>
                <a:spcPts val="0"/>
              </a:spcAft>
              <a:buSzPts val="2200"/>
              <a:buChar char="*"/>
            </a:pPr>
            <a:r>
              <a:rPr lang="it-IT"/>
              <a:t>e conseguentemente il metodo</a:t>
            </a:r>
            <a:endParaRPr/>
          </a:p>
          <a:p>
            <a:pPr indent="0" lvl="1" marL="301943" rtl="0" algn="l">
              <a:spcBef>
                <a:spcPts val="360"/>
              </a:spcBef>
              <a:spcAft>
                <a:spcPts val="0"/>
              </a:spcAft>
              <a:buSzPts val="1800"/>
              <a:buNone/>
            </a:pPr>
            <a:r>
              <a:rPr i="1" lang="it-IT" sz="1800"/>
              <a:t>public UserDetails loadUserByUsername(String username) throws UsernameNotFoundException </a:t>
            </a:r>
            <a:endParaRPr i="1" sz="1800"/>
          </a:p>
          <a:p>
            <a:pPr indent="-274319" lvl="1" marL="576263" rtl="0" algn="l">
              <a:spcBef>
                <a:spcPts val="440"/>
              </a:spcBef>
              <a:spcAft>
                <a:spcPts val="0"/>
              </a:spcAft>
              <a:buSzPts val="2200"/>
              <a:buChar char="*"/>
            </a:pPr>
            <a:r>
              <a:rPr lang="it-IT"/>
              <a:t>il </a:t>
            </a:r>
            <a:r>
              <a:rPr i="1" lang="it-IT"/>
              <a:t>contratto</a:t>
            </a:r>
            <a:r>
              <a:rPr lang="it-IT"/>
              <a:t> stabilito dall’interfaccia </a:t>
            </a:r>
            <a:r>
              <a:rPr i="1" lang="it-IT"/>
              <a:t>UsrDetailsService</a:t>
            </a:r>
            <a:r>
              <a:rPr lang="it-IT"/>
              <a:t> impone che se la query non trova utenti il metodo debba sollevare una </a:t>
            </a:r>
            <a:r>
              <a:rPr i="1" lang="it-IT"/>
              <a:t>UsernameNotFoundException</a:t>
            </a:r>
            <a:endParaRPr i="1"/>
          </a:p>
        </p:txBody>
      </p:sp>
      <p:sp>
        <p:nvSpPr>
          <p:cNvPr id="235" name="Google Shape;235;p1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36" name="Google Shape;236;p1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i="1" lang="it-IT"/>
              <a:t>Custom user details service (3/3)</a:t>
            </a:r>
            <a:br>
              <a:rPr i="1" lang="it-IT"/>
            </a:br>
            <a:r>
              <a:rPr i="1" lang="it-IT"/>
              <a:t>Dao, Service e Db Configuration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6"/>
          <p:cNvSpPr txBox="1"/>
          <p:nvPr>
            <p:ph idx="1" type="body"/>
          </p:nvPr>
        </p:nvSpPr>
        <p:spPr>
          <a:xfrm>
            <a:off x="872067" y="1844824"/>
            <a:ext cx="7408333" cy="4281339"/>
          </a:xfrm>
          <a:prstGeom prst="rect">
            <a:avLst/>
          </a:prstGeom>
          <a:noFill/>
          <a:ln>
            <a:noFill/>
          </a:ln>
        </p:spPr>
        <p:txBody>
          <a:bodyPr anchorCtr="0" anchor="t" bIns="45700" lIns="91425" spcFirstLastPara="1" rIns="91425" wrap="square" tIns="45700">
            <a:normAutofit/>
          </a:bodyPr>
          <a:lstStyle/>
          <a:p>
            <a:pPr indent="0" lvl="1" marL="301943" rtl="0" algn="l">
              <a:spcBef>
                <a:spcPts val="0"/>
              </a:spcBef>
              <a:spcAft>
                <a:spcPts val="0"/>
              </a:spcAft>
              <a:buSzPts val="1900"/>
              <a:buNone/>
            </a:pPr>
            <a:r>
              <a:t/>
            </a:r>
            <a:endParaRPr i="1" sz="1900"/>
          </a:p>
          <a:p>
            <a:pPr indent="0" lvl="1" marL="301943" rtl="0" algn="l">
              <a:spcBef>
                <a:spcPts val="380"/>
              </a:spcBef>
              <a:spcAft>
                <a:spcPts val="0"/>
              </a:spcAft>
              <a:buSzPts val="1900"/>
              <a:buNone/>
            </a:pPr>
            <a:r>
              <a:rPr i="1" lang="it-IT" sz="1900"/>
              <a:t>@Bean</a:t>
            </a:r>
            <a:endParaRPr/>
          </a:p>
          <a:p>
            <a:pPr indent="0" lvl="1" marL="301943" rtl="0" algn="l">
              <a:spcBef>
                <a:spcPts val="380"/>
              </a:spcBef>
              <a:spcAft>
                <a:spcPts val="0"/>
              </a:spcAft>
              <a:buSzPts val="1900"/>
              <a:buNone/>
            </a:pPr>
            <a:r>
              <a:rPr i="1" lang="it-IT" sz="1900"/>
              <a:t>public BCryptPasswordEncoder passwordEncoder() {</a:t>
            </a:r>
            <a:endParaRPr/>
          </a:p>
          <a:p>
            <a:pPr indent="0" lvl="1" marL="301943" rtl="0" algn="l">
              <a:spcBef>
                <a:spcPts val="380"/>
              </a:spcBef>
              <a:spcAft>
                <a:spcPts val="0"/>
              </a:spcAft>
              <a:buSzPts val="1900"/>
              <a:buNone/>
            </a:pPr>
            <a:r>
              <a:rPr i="1" lang="it-IT" sz="1900"/>
              <a:t>	return new BCryptPasswordEncoder();</a:t>
            </a:r>
            <a:endParaRPr/>
          </a:p>
          <a:p>
            <a:pPr indent="0" lvl="1" marL="301943" rtl="0" algn="l">
              <a:spcBef>
                <a:spcPts val="380"/>
              </a:spcBef>
              <a:spcAft>
                <a:spcPts val="0"/>
              </a:spcAft>
              <a:buSzPts val="1900"/>
              <a:buNone/>
            </a:pPr>
            <a:r>
              <a:rPr i="1" lang="it-IT" sz="1900"/>
              <a:t>}</a:t>
            </a:r>
            <a:endParaRPr i="1" sz="1900"/>
          </a:p>
          <a:p>
            <a:pPr indent="0" lvl="1" marL="301943" rtl="0" algn="l">
              <a:spcBef>
                <a:spcPts val="380"/>
              </a:spcBef>
              <a:spcAft>
                <a:spcPts val="0"/>
              </a:spcAft>
              <a:buSzPts val="1900"/>
              <a:buNone/>
            </a:pPr>
            <a:r>
              <a:rPr i="1" lang="it-IT" sz="1900"/>
              <a:t>@Bean</a:t>
            </a:r>
            <a:endParaRPr/>
          </a:p>
          <a:p>
            <a:pPr indent="0" lvl="1" marL="301943" rtl="0" algn="l">
              <a:spcBef>
                <a:spcPts val="380"/>
              </a:spcBef>
              <a:spcAft>
                <a:spcPts val="0"/>
              </a:spcAft>
              <a:buSzPts val="1900"/>
              <a:buNone/>
            </a:pPr>
            <a:r>
              <a:rPr i="1" lang="it-IT" sz="1900"/>
              <a:t>public AuthenticationManager authenticationManager(AuthenticationConfiguration authConfig) throws Exception { </a:t>
            </a:r>
            <a:endParaRPr/>
          </a:p>
          <a:p>
            <a:pPr indent="0" lvl="1" marL="301943" rtl="0" algn="l">
              <a:spcBef>
                <a:spcPts val="380"/>
              </a:spcBef>
              <a:spcAft>
                <a:spcPts val="0"/>
              </a:spcAft>
              <a:buSzPts val="1900"/>
              <a:buNone/>
            </a:pPr>
            <a:r>
              <a:rPr i="1" lang="it-IT" sz="1900"/>
              <a:t>	return authConfig.getAuthenticationManager();</a:t>
            </a:r>
            <a:endParaRPr/>
          </a:p>
          <a:p>
            <a:pPr indent="0" lvl="1" marL="301943" rtl="0" algn="l">
              <a:spcBef>
                <a:spcPts val="380"/>
              </a:spcBef>
              <a:spcAft>
                <a:spcPts val="0"/>
              </a:spcAft>
              <a:buSzPts val="1900"/>
              <a:buNone/>
            </a:pPr>
            <a:r>
              <a:rPr i="1" lang="it-IT" sz="1900"/>
              <a:t>}</a:t>
            </a:r>
            <a:endParaRPr/>
          </a:p>
        </p:txBody>
      </p:sp>
      <p:sp>
        <p:nvSpPr>
          <p:cNvPr id="242" name="Google Shape;242;p1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43" name="Google Shape;243;p1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rgbClr val="FFFFFF"/>
              </a:buClr>
              <a:buSzPts val="4000"/>
              <a:buFont typeface="Candara"/>
              <a:buNone/>
            </a:pPr>
            <a:r>
              <a:rPr i="1" lang="it-IT" sz="4000"/>
              <a:t>AuthenticationManager </a:t>
            </a:r>
            <a:r>
              <a:rPr lang="it-IT" sz="4000"/>
              <a:t>(1/2)</a:t>
            </a:r>
            <a:endParaRPr i="1" sz="24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7"/>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Spring, dalla release 7 configura in automatico l'AuthenticationManager per utilizzare lo UserDetailsService impostato (con una delle 4 tecniche dette precedentemente)</a:t>
            </a:r>
            <a:endParaRPr b="1" i="1" sz="1800"/>
          </a:p>
          <a:p>
            <a:pPr indent="-121920" lvl="0" marL="274320" rtl="0" algn="l">
              <a:spcBef>
                <a:spcPts val="480"/>
              </a:spcBef>
              <a:spcAft>
                <a:spcPts val="0"/>
              </a:spcAft>
              <a:buSzPts val="2400"/>
              <a:buNone/>
            </a:pPr>
            <a:r>
              <a:t/>
            </a:r>
            <a:endParaRPr/>
          </a:p>
        </p:txBody>
      </p:sp>
      <p:sp>
        <p:nvSpPr>
          <p:cNvPr id="249" name="Google Shape;249;p1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50" name="Google Shape;250;p1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i="1" lang="it-IT"/>
              <a:t>AuthenticationManager </a:t>
            </a:r>
            <a:r>
              <a:rPr lang="it-IT"/>
              <a:t>(2/2)</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18"/>
          <p:cNvSpPr txBox="1"/>
          <p:nvPr>
            <p:ph idx="1" type="body"/>
          </p:nvPr>
        </p:nvSpPr>
        <p:spPr>
          <a:xfrm>
            <a:off x="872067" y="1591056"/>
            <a:ext cx="7408333" cy="4535107"/>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attraverso il metodo:</a:t>
            </a:r>
            <a:endParaRPr/>
          </a:p>
          <a:p>
            <a:pPr indent="0" lvl="1" marL="301943" rtl="0" algn="l">
              <a:spcBef>
                <a:spcPts val="340"/>
              </a:spcBef>
              <a:spcAft>
                <a:spcPts val="0"/>
              </a:spcAft>
              <a:buSzPts val="1700"/>
              <a:buNone/>
            </a:pPr>
            <a:r>
              <a:rPr i="1" lang="it-IT" sz="1700"/>
              <a:t>@Bean</a:t>
            </a:r>
            <a:endParaRPr i="1" sz="1700"/>
          </a:p>
          <a:p>
            <a:pPr indent="0" lvl="1" marL="301943" rtl="0" algn="l">
              <a:spcBef>
                <a:spcPts val="340"/>
              </a:spcBef>
              <a:spcAft>
                <a:spcPts val="0"/>
              </a:spcAft>
              <a:buSzPts val="1700"/>
              <a:buNone/>
            </a:pPr>
            <a:r>
              <a:rPr i="1" lang="it-IT" sz="1700"/>
              <a:t>public SecurityFilterChain filterChain(HttpSecurity http) throws Exception {</a:t>
            </a:r>
            <a:endParaRPr/>
          </a:p>
          <a:p>
            <a:pPr indent="-274320" lvl="0" marL="274320" rtl="0" algn="l">
              <a:spcBef>
                <a:spcPts val="480"/>
              </a:spcBef>
              <a:spcAft>
                <a:spcPts val="0"/>
              </a:spcAft>
              <a:buSzPts val="2400"/>
              <a:buChar char="*"/>
            </a:pPr>
            <a:r>
              <a:rPr lang="it-IT"/>
              <a:t>possiamo:</a:t>
            </a:r>
            <a:endParaRPr/>
          </a:p>
          <a:p>
            <a:pPr indent="-274319" lvl="1" marL="576263" rtl="0" algn="l">
              <a:spcBef>
                <a:spcPts val="440"/>
              </a:spcBef>
              <a:spcAft>
                <a:spcPts val="0"/>
              </a:spcAft>
              <a:buSzPts val="2200"/>
              <a:buChar char="*"/>
            </a:pPr>
            <a:r>
              <a:rPr lang="it-IT"/>
              <a:t>definire regole d’accesso, basate sui ruoli, su gruppi di Url della nostra web application</a:t>
            </a:r>
            <a:endParaRPr/>
          </a:p>
          <a:p>
            <a:pPr indent="-274319" lvl="1" marL="576263" rtl="0" algn="l">
              <a:spcBef>
                <a:spcPts val="440"/>
              </a:spcBef>
              <a:spcAft>
                <a:spcPts val="0"/>
              </a:spcAft>
              <a:buSzPts val="2200"/>
              <a:buChar char="*"/>
            </a:pPr>
            <a:r>
              <a:rPr lang="it-IT"/>
              <a:t>personalizzare la login</a:t>
            </a:r>
            <a:endParaRPr/>
          </a:p>
          <a:p>
            <a:pPr indent="-274319" lvl="1" marL="576263" rtl="0" algn="l">
              <a:spcBef>
                <a:spcPts val="440"/>
              </a:spcBef>
              <a:spcAft>
                <a:spcPts val="0"/>
              </a:spcAft>
              <a:buSzPts val="2200"/>
              <a:buChar char="*"/>
            </a:pPr>
            <a:r>
              <a:rPr lang="it-IT"/>
              <a:t>personalizzare il logout</a:t>
            </a:r>
            <a:endParaRPr/>
          </a:p>
          <a:p>
            <a:pPr indent="-274319" lvl="1" marL="576263" rtl="0" algn="l">
              <a:spcBef>
                <a:spcPts val="440"/>
              </a:spcBef>
              <a:spcAft>
                <a:spcPts val="0"/>
              </a:spcAft>
              <a:buSzPts val="2200"/>
              <a:buChar char="*"/>
            </a:pPr>
            <a:r>
              <a:rPr lang="it-IT"/>
              <a:t>configurare la </a:t>
            </a:r>
            <a:r>
              <a:rPr i="1" lang="it-IT"/>
              <a:t>cross-site request forgery protecion (csrf)</a:t>
            </a:r>
            <a:endParaRPr/>
          </a:p>
        </p:txBody>
      </p:sp>
      <p:sp>
        <p:nvSpPr>
          <p:cNvPr id="256" name="Google Shape;256;p1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57" name="Google Shape;257;p1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Autorizzazione </a:t>
            </a:r>
            <a:br>
              <a:rPr lang="it-IT"/>
            </a:br>
            <a:r>
              <a:rPr lang="it-IT"/>
              <a:t>regole d’accesso per le url (1/3)</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19"/>
          <p:cNvSpPr txBox="1"/>
          <p:nvPr>
            <p:ph idx="1" type="body"/>
          </p:nvPr>
        </p:nvSpPr>
        <p:spPr>
          <a:xfrm>
            <a:off x="872067" y="1700808"/>
            <a:ext cx="7408333" cy="4425355"/>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spcBef>
                <a:spcPts val="0"/>
              </a:spcBef>
              <a:spcAft>
                <a:spcPts val="0"/>
              </a:spcAft>
              <a:buSzPct val="100000"/>
              <a:buChar char="*"/>
            </a:pPr>
            <a:r>
              <a:rPr lang="it-IT"/>
              <a:t>Il metodo </a:t>
            </a:r>
            <a:r>
              <a:rPr i="1" lang="it-IT"/>
              <a:t>authorizeHttpRequests</a:t>
            </a:r>
            <a:r>
              <a:rPr lang="it-IT"/>
              <a:t> ci consente, attraverso una </a:t>
            </a:r>
            <a:r>
              <a:rPr i="1" lang="it-IT"/>
              <a:t>lambda-expression</a:t>
            </a:r>
            <a:r>
              <a:rPr lang="it-IT"/>
              <a:t>, di individuare uno o più gruppi di url (accetta </a:t>
            </a:r>
            <a:r>
              <a:rPr i="1" lang="it-IT"/>
              <a:t>n</a:t>
            </a:r>
            <a:r>
              <a:rPr lang="it-IT"/>
              <a:t> stringhe in input) e per ogni gruppo di url possiamo definire le regole d’accesso attraverso una serie di metodi, i più comuni dei quali sono:</a:t>
            </a:r>
            <a:endParaRPr/>
          </a:p>
          <a:p>
            <a:pPr indent="-274319" lvl="1" marL="576263" rtl="0" algn="l">
              <a:spcBef>
                <a:spcPts val="407"/>
              </a:spcBef>
              <a:spcAft>
                <a:spcPts val="0"/>
              </a:spcAft>
              <a:buSzPct val="100000"/>
              <a:buChar char="*"/>
            </a:pPr>
            <a:r>
              <a:rPr i="1" lang="it-IT"/>
              <a:t>permitAll()</a:t>
            </a:r>
            <a:endParaRPr/>
          </a:p>
          <a:p>
            <a:pPr indent="-274319" lvl="1" marL="576263" rtl="0" algn="l">
              <a:spcBef>
                <a:spcPts val="407"/>
              </a:spcBef>
              <a:spcAft>
                <a:spcPts val="0"/>
              </a:spcAft>
              <a:buSzPct val="100000"/>
              <a:buChar char="*"/>
            </a:pPr>
            <a:r>
              <a:rPr i="1" lang="it-IT"/>
              <a:t>denyAll()</a:t>
            </a:r>
            <a:endParaRPr/>
          </a:p>
          <a:p>
            <a:pPr indent="-274319" lvl="1" marL="576263" rtl="0" algn="l">
              <a:spcBef>
                <a:spcPts val="407"/>
              </a:spcBef>
              <a:spcAft>
                <a:spcPts val="0"/>
              </a:spcAft>
              <a:buSzPct val="100000"/>
              <a:buChar char="*"/>
            </a:pPr>
            <a:r>
              <a:rPr i="1" lang="it-IT"/>
              <a:t>hasRole(String s)</a:t>
            </a:r>
            <a:endParaRPr/>
          </a:p>
          <a:p>
            <a:pPr indent="-274319" lvl="1" marL="576263" rtl="0" algn="l">
              <a:spcBef>
                <a:spcPts val="407"/>
              </a:spcBef>
              <a:spcAft>
                <a:spcPts val="0"/>
              </a:spcAft>
              <a:buSzPct val="100000"/>
              <a:buChar char="*"/>
            </a:pPr>
            <a:r>
              <a:rPr i="1" lang="it-IT"/>
              <a:t>hasAnyRole(String…s)</a:t>
            </a:r>
            <a:endParaRPr/>
          </a:p>
          <a:p>
            <a:pPr indent="-274319" lvl="1" marL="576263" rtl="0" algn="l">
              <a:spcBef>
                <a:spcPts val="407"/>
              </a:spcBef>
              <a:spcAft>
                <a:spcPts val="0"/>
              </a:spcAft>
              <a:buSzPct val="100000"/>
              <a:buChar char="*"/>
            </a:pPr>
            <a:r>
              <a:rPr i="1" lang="it-IT"/>
              <a:t>authenticated()</a:t>
            </a:r>
            <a:endParaRPr/>
          </a:p>
          <a:p>
            <a:pPr indent="-274319" lvl="1" marL="576263" rtl="0" algn="l">
              <a:spcBef>
                <a:spcPts val="407"/>
              </a:spcBef>
              <a:spcAft>
                <a:spcPts val="0"/>
              </a:spcAft>
              <a:buSzPct val="100000"/>
              <a:buChar char="*"/>
            </a:pPr>
            <a:r>
              <a:rPr i="1" lang="it-IT"/>
              <a:t>access(String spel)</a:t>
            </a:r>
            <a:endParaRPr/>
          </a:p>
          <a:p>
            <a:pPr indent="-274320" lvl="0" marL="274320" rtl="0" algn="l">
              <a:spcBef>
                <a:spcPts val="444"/>
              </a:spcBef>
              <a:spcAft>
                <a:spcPts val="0"/>
              </a:spcAft>
              <a:buSzPct val="100000"/>
              <a:buChar char="*"/>
            </a:pPr>
            <a:r>
              <a:rPr lang="it-IT"/>
              <a:t>l’ordine di chiamata dei metodi è importante: occorre partire sempre da quelli più restrittivi (se invochiamo una </a:t>
            </a:r>
            <a:r>
              <a:rPr i="1" lang="it-IT"/>
              <a:t>permitAll() </a:t>
            </a:r>
            <a:r>
              <a:rPr lang="it-IT"/>
              <a:t>su qualsiasi pagina (</a:t>
            </a:r>
            <a:r>
              <a:rPr i="1" lang="it-IT"/>
              <a:t>/*</a:t>
            </a:r>
            <a:r>
              <a:rPr lang="it-IT"/>
              <a:t>), tutte le successive regole saranno inutili)</a:t>
            </a:r>
            <a:endParaRPr/>
          </a:p>
        </p:txBody>
      </p:sp>
      <p:sp>
        <p:nvSpPr>
          <p:cNvPr id="263" name="Google Shape;263;p1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64" name="Google Shape;264;p1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Autorizzazione</a:t>
            </a:r>
            <a:br>
              <a:rPr lang="it-IT"/>
            </a:br>
            <a:r>
              <a:rPr lang="it-IT"/>
              <a:t>regole d’accesso per le url (2/3)</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0"/>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900"/>
              <a:buNone/>
            </a:pPr>
            <a:r>
              <a:rPr i="1" lang="it-IT" sz="1900"/>
              <a:t>@Bean</a:t>
            </a:r>
            <a:endParaRPr/>
          </a:p>
          <a:p>
            <a:pPr indent="0" lvl="0" marL="0" rtl="0" algn="l">
              <a:spcBef>
                <a:spcPts val="380"/>
              </a:spcBef>
              <a:spcAft>
                <a:spcPts val="0"/>
              </a:spcAft>
              <a:buSzPts val="1900"/>
              <a:buNone/>
            </a:pPr>
            <a:r>
              <a:rPr i="1" lang="it-IT" sz="1900"/>
              <a:t>public SecurityFilterChain filterChain(HttpSecurity http) throws Exception {</a:t>
            </a:r>
            <a:endParaRPr/>
          </a:p>
          <a:p>
            <a:pPr indent="0" lvl="0" marL="0" rtl="0" algn="l">
              <a:spcBef>
                <a:spcPts val="380"/>
              </a:spcBef>
              <a:spcAft>
                <a:spcPts val="0"/>
              </a:spcAft>
              <a:buSzPts val="1900"/>
              <a:buNone/>
            </a:pPr>
            <a:r>
              <a:rPr i="1" lang="it-IT" sz="1900"/>
              <a:t>	return http.authorizeHttpRequests( </a:t>
            </a:r>
            <a:endParaRPr/>
          </a:p>
          <a:p>
            <a:pPr indent="0" lvl="0" marL="0" rtl="0" algn="l">
              <a:spcBef>
                <a:spcPts val="380"/>
              </a:spcBef>
              <a:spcAft>
                <a:spcPts val="0"/>
              </a:spcAft>
              <a:buSzPts val="1900"/>
              <a:buNone/>
            </a:pPr>
            <a:r>
              <a:rPr i="1" lang="it-IT" sz="1900"/>
              <a:t>	httpRequests -&gt; httpRequests.</a:t>
            </a:r>
            <a:endParaRPr/>
          </a:p>
          <a:p>
            <a:pPr indent="0" lvl="0" marL="0" rtl="0" algn="l">
              <a:spcBef>
                <a:spcPts val="380"/>
              </a:spcBef>
              <a:spcAft>
                <a:spcPts val="0"/>
              </a:spcAft>
              <a:buSzPts val="1900"/>
              <a:buNone/>
            </a:pPr>
            <a:r>
              <a:rPr i="1" lang="it-IT" sz="1900"/>
              <a:t>	requestMatchers("/resources/**”).permitAll().</a:t>
            </a:r>
            <a:endParaRPr/>
          </a:p>
          <a:p>
            <a:pPr indent="0" lvl="0" marL="0" rtl="0" algn="l">
              <a:spcBef>
                <a:spcPts val="380"/>
              </a:spcBef>
              <a:spcAft>
                <a:spcPts val="0"/>
              </a:spcAft>
              <a:buSzPts val="1900"/>
              <a:buNone/>
            </a:pPr>
            <a:r>
              <a:rPr i="1" lang="it-IT" sz="1900"/>
              <a:t>	requestMatchers("/usr").hasRole("USR").</a:t>
            </a:r>
            <a:endParaRPr/>
          </a:p>
          <a:p>
            <a:pPr indent="0" lvl="0" marL="0" rtl="0" algn="l">
              <a:spcBef>
                <a:spcPts val="380"/>
              </a:spcBef>
              <a:spcAft>
                <a:spcPts val="0"/>
              </a:spcAft>
              <a:buSzPts val="1900"/>
              <a:buNone/>
            </a:pPr>
            <a:r>
              <a:rPr i="1" lang="it-IT" sz="1900"/>
              <a:t>	requestMatchers("/admin").hasRole("ADM").</a:t>
            </a:r>
            <a:endParaRPr/>
          </a:p>
          <a:p>
            <a:pPr indent="0" lvl="0" marL="0" rtl="0" algn="l">
              <a:spcBef>
                <a:spcPts val="380"/>
              </a:spcBef>
              <a:spcAft>
                <a:spcPts val="0"/>
              </a:spcAft>
              <a:buSzPts val="1900"/>
              <a:buNone/>
            </a:pPr>
            <a:r>
              <a:rPr i="1" lang="it-IT" sz="1900"/>
              <a:t>	anyRequest().permitAll()</a:t>
            </a:r>
            <a:endParaRPr/>
          </a:p>
          <a:p>
            <a:pPr indent="0" lvl="0" marL="0" rtl="0" algn="l">
              <a:spcBef>
                <a:spcPts val="380"/>
              </a:spcBef>
              <a:spcAft>
                <a:spcPts val="0"/>
              </a:spcAft>
              <a:buSzPts val="1900"/>
              <a:buNone/>
            </a:pPr>
            <a:r>
              <a:rPr i="1" lang="it-IT" sz="1900"/>
              <a:t>	)…..</a:t>
            </a:r>
            <a:endParaRPr i="1" sz="1900"/>
          </a:p>
          <a:p>
            <a:pPr indent="-121920" lvl="0" marL="274320" rtl="0" algn="l">
              <a:spcBef>
                <a:spcPts val="480"/>
              </a:spcBef>
              <a:spcAft>
                <a:spcPts val="0"/>
              </a:spcAft>
              <a:buSzPts val="2400"/>
              <a:buNone/>
            </a:pPr>
            <a:r>
              <a:t/>
            </a:r>
            <a:endParaRPr/>
          </a:p>
        </p:txBody>
      </p:sp>
      <p:sp>
        <p:nvSpPr>
          <p:cNvPr id="270" name="Google Shape;270;p20"/>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71" name="Google Shape;271;p20"/>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Autorizzazione</a:t>
            </a:r>
            <a:br>
              <a:rPr lang="it-IT"/>
            </a:br>
            <a:r>
              <a:rPr lang="it-IT"/>
              <a:t>regole d’accesso per le url (3/3)</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21"/>
          <p:cNvSpPr txBox="1"/>
          <p:nvPr>
            <p:ph idx="1" type="body"/>
          </p:nvPr>
        </p:nvSpPr>
        <p:spPr>
          <a:xfrm>
            <a:off x="872067" y="1700808"/>
            <a:ext cx="7408333" cy="4425355"/>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possiamo personalizzare la login e la logout, accodando nel metodo precedente:</a:t>
            </a:r>
            <a:endParaRPr/>
          </a:p>
          <a:p>
            <a:pPr indent="0" lvl="1" marL="301943" rtl="0" algn="l">
              <a:spcBef>
                <a:spcPts val="360"/>
              </a:spcBef>
              <a:spcAft>
                <a:spcPts val="0"/>
              </a:spcAft>
              <a:buSzPts val="1800"/>
              <a:buNone/>
            </a:pPr>
            <a:r>
              <a:rPr i="1" lang="it-IT" sz="1800"/>
              <a:t>.formLogin( form -&gt; </a:t>
            </a:r>
            <a:endParaRPr/>
          </a:p>
          <a:p>
            <a:pPr indent="0" lvl="1" marL="301943" rtl="0" algn="l">
              <a:spcBef>
                <a:spcPts val="360"/>
              </a:spcBef>
              <a:spcAft>
                <a:spcPts val="0"/>
              </a:spcAft>
              <a:buSzPts val="1800"/>
              <a:buNone/>
            </a:pPr>
            <a:r>
              <a:rPr i="1" lang="it-IT" sz="1800"/>
              <a:t>	form.loginPage("/loginPage").permitAll().defaultSuccessUrl("/usr")	.failureUrl("/loginPage?error=true").usernameParameter("un").</a:t>
            </a:r>
            <a:endParaRPr/>
          </a:p>
          <a:p>
            <a:pPr indent="0" lvl="1" marL="301943" rtl="0" algn="l">
              <a:spcBef>
                <a:spcPts val="360"/>
              </a:spcBef>
              <a:spcAft>
                <a:spcPts val="0"/>
              </a:spcAft>
              <a:buSzPts val="1800"/>
              <a:buNone/>
            </a:pPr>
            <a:r>
              <a:rPr i="1" lang="it-IT" sz="1800"/>
              <a:t>	passwordParameter("pwd") </a:t>
            </a:r>
            <a:endParaRPr/>
          </a:p>
          <a:p>
            <a:pPr indent="0" lvl="1" marL="301943" rtl="0" algn="l">
              <a:spcBef>
                <a:spcPts val="360"/>
              </a:spcBef>
              <a:spcAft>
                <a:spcPts val="0"/>
              </a:spcAft>
              <a:buSzPts val="1800"/>
              <a:buNone/>
            </a:pPr>
            <a:r>
              <a:rPr i="1" lang="it-IT" sz="1800"/>
              <a:t>	)</a:t>
            </a:r>
            <a:endParaRPr i="1" sz="1800"/>
          </a:p>
          <a:p>
            <a:pPr indent="0" lvl="1" marL="301943" rtl="0" algn="l">
              <a:spcBef>
                <a:spcPts val="360"/>
              </a:spcBef>
              <a:spcAft>
                <a:spcPts val="0"/>
              </a:spcAft>
              <a:buSzPts val="1800"/>
              <a:buNone/>
            </a:pPr>
            <a:r>
              <a:rPr i="1" lang="it-IT" sz="1800"/>
              <a:t>.logout( logout -&gt; 	logout.logoutSuccessUrl("/loginPage?logout=true").invalidateHttp	Session(</a:t>
            </a:r>
            <a:r>
              <a:rPr b="1" i="1" lang="it-IT" sz="1800"/>
              <a:t>true</a:t>
            </a:r>
            <a:r>
              <a:rPr i="1" lang="it-IT" sz="1800"/>
              <a:t>).deleteCookies("JSESSIONID").permitAll())</a:t>
            </a:r>
            <a:endParaRPr/>
          </a:p>
          <a:p>
            <a:pPr indent="0" lvl="1" marL="301943" rtl="0" algn="l">
              <a:spcBef>
                <a:spcPts val="440"/>
              </a:spcBef>
              <a:spcAft>
                <a:spcPts val="0"/>
              </a:spcAft>
              <a:buSzPts val="2200"/>
              <a:buNone/>
            </a:pPr>
            <a:r>
              <a:t/>
            </a:r>
            <a:endParaRPr i="1"/>
          </a:p>
        </p:txBody>
      </p:sp>
      <p:sp>
        <p:nvSpPr>
          <p:cNvPr id="277" name="Google Shape;277;p21"/>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78" name="Google Shape;278;p21"/>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3600"/>
              <a:buFont typeface="Candara"/>
              <a:buNone/>
            </a:pPr>
            <a:r>
              <a:rPr lang="it-IT" sz="3600"/>
              <a:t>Autorizzazione</a:t>
            </a:r>
            <a:br>
              <a:rPr lang="it-IT" sz="3600"/>
            </a:br>
            <a:r>
              <a:rPr lang="it-IT" sz="3600"/>
              <a:t>personalizzare la login e la logout(1/3)</a:t>
            </a:r>
            <a:endParaRPr sz="3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2"/>
          <p:cNvSpPr txBox="1"/>
          <p:nvPr>
            <p:ph idx="1" type="body"/>
          </p:nvPr>
        </p:nvSpPr>
        <p:spPr>
          <a:xfrm>
            <a:off x="872067" y="1700808"/>
            <a:ext cx="7408333" cy="4752528"/>
          </a:xfrm>
          <a:prstGeom prst="rect">
            <a:avLst/>
          </a:prstGeom>
          <a:noFill/>
          <a:ln>
            <a:noFill/>
          </a:ln>
        </p:spPr>
        <p:txBody>
          <a:bodyPr anchorCtr="0" anchor="t" bIns="45700" lIns="91425" spcFirstLastPara="1" rIns="91425" wrap="square" tIns="45700">
            <a:normAutofit fontScale="77500" lnSpcReduction="20000"/>
          </a:bodyPr>
          <a:lstStyle/>
          <a:p>
            <a:pPr indent="-274351" lvl="0" marL="274320" rtl="0" algn="l">
              <a:spcBef>
                <a:spcPts val="0"/>
              </a:spcBef>
              <a:spcAft>
                <a:spcPts val="0"/>
              </a:spcAft>
              <a:buSzPct val="100000"/>
              <a:buChar char="*"/>
            </a:pPr>
            <a:r>
              <a:rPr lang="it-IT" sz="3100"/>
              <a:t>in questo caso potremmo definire un </a:t>
            </a:r>
            <a:r>
              <a:rPr i="1" lang="it-IT" sz="3100"/>
              <a:t>controller</a:t>
            </a:r>
            <a:r>
              <a:rPr lang="it-IT" sz="3100"/>
              <a:t> come:</a:t>
            </a:r>
            <a:endParaRPr/>
          </a:p>
          <a:p>
            <a:pPr indent="0" lvl="1" marL="301943" rtl="0" algn="l">
              <a:spcBef>
                <a:spcPts val="356"/>
              </a:spcBef>
              <a:spcAft>
                <a:spcPts val="0"/>
              </a:spcAft>
              <a:buSzPct val="100000"/>
              <a:buNone/>
            </a:pPr>
            <a:r>
              <a:t/>
            </a:r>
            <a:endParaRPr i="1" sz="2300"/>
          </a:p>
          <a:p>
            <a:pPr indent="0" lvl="1" marL="301943" rtl="0" algn="l">
              <a:spcBef>
                <a:spcPts val="356"/>
              </a:spcBef>
              <a:spcAft>
                <a:spcPts val="0"/>
              </a:spcAft>
              <a:buSzPct val="100000"/>
              <a:buNone/>
            </a:pPr>
            <a:r>
              <a:rPr i="1" lang="it-IT" sz="2300"/>
              <a:t>@GetMapping("/loginPage")</a:t>
            </a:r>
            <a:endParaRPr/>
          </a:p>
          <a:p>
            <a:pPr indent="0" lvl="1" marL="301943" rtl="0" algn="l">
              <a:spcBef>
                <a:spcPts val="356"/>
              </a:spcBef>
              <a:spcAft>
                <a:spcPts val="0"/>
              </a:spcAft>
              <a:buSzPct val="100000"/>
              <a:buNone/>
            </a:pPr>
            <a:r>
              <a:rPr i="1" lang="it-IT" sz="2300"/>
              <a:t>public String loginPage(@RequestParam("error") String error, @RequestParam("logout") String logout, Model model) {</a:t>
            </a:r>
            <a:endParaRPr/>
          </a:p>
          <a:p>
            <a:pPr indent="0" lvl="1" marL="301943" rtl="0" algn="l">
              <a:spcBef>
                <a:spcPts val="356"/>
              </a:spcBef>
              <a:spcAft>
                <a:spcPts val="0"/>
              </a:spcAft>
              <a:buSzPct val="100000"/>
              <a:buNone/>
            </a:pPr>
            <a:r>
              <a:rPr i="1" lang="it-IT" sz="2300"/>
              <a:t>	String errorMessage = null;</a:t>
            </a:r>
            <a:endParaRPr/>
          </a:p>
          <a:p>
            <a:pPr indent="0" lvl="1" marL="301943" rtl="0" algn="l">
              <a:spcBef>
                <a:spcPts val="356"/>
              </a:spcBef>
              <a:spcAft>
                <a:spcPts val="0"/>
              </a:spcAft>
              <a:buSzPct val="100000"/>
              <a:buNone/>
            </a:pPr>
            <a:r>
              <a:rPr i="1" lang="it-IT" sz="2300"/>
              <a:t>	if(error != null) {</a:t>
            </a:r>
            <a:endParaRPr/>
          </a:p>
          <a:p>
            <a:pPr indent="0" lvl="1" marL="301943" rtl="0" algn="l">
              <a:spcBef>
                <a:spcPts val="356"/>
              </a:spcBef>
              <a:spcAft>
                <a:spcPts val="0"/>
              </a:spcAft>
              <a:buSzPct val="100000"/>
              <a:buNone/>
            </a:pPr>
            <a:r>
              <a:rPr i="1" lang="it-IT" sz="2300"/>
              <a:t>		errorMessage = "Username or Password is incorrect !!";</a:t>
            </a:r>
            <a:endParaRPr/>
          </a:p>
          <a:p>
            <a:pPr indent="0" lvl="1" marL="301943" rtl="0" algn="l">
              <a:spcBef>
                <a:spcPts val="356"/>
              </a:spcBef>
              <a:spcAft>
                <a:spcPts val="0"/>
              </a:spcAft>
              <a:buSzPct val="100000"/>
              <a:buNone/>
            </a:pPr>
            <a:r>
              <a:rPr i="1" lang="it-IT" sz="2300"/>
              <a:t>	}</a:t>
            </a:r>
            <a:endParaRPr i="1" sz="2300"/>
          </a:p>
          <a:p>
            <a:pPr indent="0" lvl="1" marL="301943" rtl="0" algn="l">
              <a:spcBef>
                <a:spcPts val="356"/>
              </a:spcBef>
              <a:spcAft>
                <a:spcPts val="0"/>
              </a:spcAft>
              <a:buSzPct val="100000"/>
              <a:buNone/>
            </a:pPr>
            <a:r>
              <a:rPr i="1" lang="it-IT" sz="2300"/>
              <a:t>	if(logout != null) {</a:t>
            </a:r>
            <a:endParaRPr/>
          </a:p>
          <a:p>
            <a:pPr indent="0" lvl="1" marL="301943" rtl="0" algn="l">
              <a:spcBef>
                <a:spcPts val="356"/>
              </a:spcBef>
              <a:spcAft>
                <a:spcPts val="0"/>
              </a:spcAft>
              <a:buSzPct val="100000"/>
              <a:buNone/>
            </a:pPr>
            <a:r>
              <a:rPr i="1" lang="it-IT" sz="2300"/>
              <a:t>		errorMessage = "You have been successfully logged out";</a:t>
            </a:r>
            <a:endParaRPr i="1" sz="2300"/>
          </a:p>
          <a:p>
            <a:pPr indent="0" lvl="1" marL="301943" rtl="0" algn="l">
              <a:spcBef>
                <a:spcPts val="356"/>
              </a:spcBef>
              <a:spcAft>
                <a:spcPts val="0"/>
              </a:spcAft>
              <a:buSzPct val="100000"/>
              <a:buNone/>
            </a:pPr>
            <a:r>
              <a:rPr i="1" lang="it-IT" sz="2300"/>
              <a:t>	}</a:t>
            </a:r>
            <a:endParaRPr i="1" sz="2300"/>
          </a:p>
          <a:p>
            <a:pPr indent="0" lvl="1" marL="301943" rtl="0" algn="l">
              <a:spcBef>
                <a:spcPts val="356"/>
              </a:spcBef>
              <a:spcAft>
                <a:spcPts val="0"/>
              </a:spcAft>
              <a:buSzPct val="100000"/>
              <a:buNone/>
            </a:pPr>
            <a:r>
              <a:rPr i="1" lang="it-IT" sz="2300"/>
              <a:t>	model.addAttribute("errorMessage", errorMessge);</a:t>
            </a:r>
            <a:endParaRPr/>
          </a:p>
          <a:p>
            <a:pPr indent="0" lvl="1" marL="301943" rtl="0" algn="l">
              <a:spcBef>
                <a:spcPts val="356"/>
              </a:spcBef>
              <a:spcAft>
                <a:spcPts val="0"/>
              </a:spcAft>
              <a:buSzPct val="100000"/>
              <a:buNone/>
            </a:pPr>
            <a:r>
              <a:rPr i="1" lang="it-IT" sz="2300"/>
              <a:t>	return "loginPage";</a:t>
            </a:r>
            <a:endParaRPr/>
          </a:p>
          <a:p>
            <a:pPr indent="0" lvl="1" marL="301943" rtl="0" algn="l">
              <a:spcBef>
                <a:spcPts val="356"/>
              </a:spcBef>
              <a:spcAft>
                <a:spcPts val="0"/>
              </a:spcAft>
              <a:buSzPct val="100000"/>
              <a:buNone/>
            </a:pPr>
            <a:r>
              <a:rPr i="1" lang="it-IT" sz="2300"/>
              <a:t>}</a:t>
            </a:r>
            <a:endParaRPr/>
          </a:p>
        </p:txBody>
      </p:sp>
      <p:sp>
        <p:nvSpPr>
          <p:cNvPr id="284" name="Google Shape;284;p22"/>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85" name="Google Shape;285;p22"/>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10000"/>
              <a:buFont typeface="Candara"/>
              <a:buNone/>
            </a:pPr>
            <a:r>
              <a:rPr lang="it-IT"/>
              <a:t>Autorizzazione</a:t>
            </a:r>
            <a:br>
              <a:rPr lang="it-IT"/>
            </a:br>
            <a:r>
              <a:rPr lang="it-IT" sz="4000"/>
              <a:t>personalizzare la login e la logout (2/3)</a:t>
            </a:r>
            <a:endParaRPr sz="4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3"/>
          <p:cNvSpPr txBox="1"/>
          <p:nvPr>
            <p:ph idx="1" type="body"/>
          </p:nvPr>
        </p:nvSpPr>
        <p:spPr>
          <a:xfrm>
            <a:off x="872067" y="1772816"/>
            <a:ext cx="7408333" cy="4353347"/>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spcBef>
                <a:spcPts val="0"/>
              </a:spcBef>
              <a:spcAft>
                <a:spcPts val="0"/>
              </a:spcAft>
              <a:buSzPct val="100000"/>
              <a:buChar char="*"/>
            </a:pPr>
            <a:r>
              <a:rPr lang="it-IT"/>
              <a:t>Da notare che i metodi </a:t>
            </a:r>
            <a:r>
              <a:rPr i="1" lang="it-IT"/>
              <a:t>loginPage</a:t>
            </a:r>
            <a:r>
              <a:rPr lang="it-IT"/>
              <a:t>, </a:t>
            </a:r>
            <a:r>
              <a:rPr i="1" lang="it-IT"/>
              <a:t>usernameParameter</a:t>
            </a:r>
            <a:r>
              <a:rPr lang="it-IT"/>
              <a:t> e </a:t>
            </a:r>
            <a:r>
              <a:rPr i="1" lang="it-IT"/>
              <a:t>passwordParameter</a:t>
            </a:r>
            <a:r>
              <a:rPr lang="it-IT"/>
              <a:t>, personalizzano soltanto rispettivamente l’url di default a cui rimandare l’utente in caso sia necessaria una login (perché l’utente l’ha richiesta esplicitamente o perché non è autorizzato) ed i nomi dei parametri della form, ma il processo di autenticazione rimane sempre in carico a Spring Security</a:t>
            </a:r>
            <a:endParaRPr/>
          </a:p>
          <a:p>
            <a:pPr indent="-274320" lvl="0" marL="274320" rtl="0" algn="l">
              <a:spcBef>
                <a:spcPts val="444"/>
              </a:spcBef>
              <a:spcAft>
                <a:spcPts val="0"/>
              </a:spcAft>
              <a:buSzPct val="100000"/>
              <a:buChar char="*"/>
            </a:pPr>
            <a:r>
              <a:rPr lang="it-IT"/>
              <a:t>il metodo </a:t>
            </a:r>
            <a:r>
              <a:rPr i="1" lang="it-IT"/>
              <a:t>defaultSuccessUrl</a:t>
            </a:r>
            <a:r>
              <a:rPr lang="it-IT"/>
              <a:t> indica dove deve essere diretto l’utente in caso di login avvenuta con successo e relativamente al caso in cui l’utente ha chiesto esplicitamente la pagina di login; se l’utente aveva invece richiesto un’altra pagina </a:t>
            </a:r>
            <a:r>
              <a:rPr i="1" lang="it-IT"/>
              <a:t>X</a:t>
            </a:r>
            <a:r>
              <a:rPr lang="it-IT"/>
              <a:t>, verrà comunque diretto a </a:t>
            </a:r>
            <a:r>
              <a:rPr i="1" lang="it-IT"/>
              <a:t>X</a:t>
            </a:r>
            <a:r>
              <a:rPr lang="it-IT"/>
              <a:t>; se vogliamo cambiare ciò dovremo usare una seconda versione del metodo </a:t>
            </a:r>
            <a:r>
              <a:rPr i="1" lang="it-IT"/>
              <a:t>defaultSuccessUrl</a:t>
            </a:r>
            <a:r>
              <a:rPr lang="it-IT"/>
              <a:t> passando </a:t>
            </a:r>
            <a:r>
              <a:rPr i="1" lang="it-IT"/>
              <a:t>true</a:t>
            </a:r>
            <a:r>
              <a:rPr lang="it-IT"/>
              <a:t> nel secondo parametro</a:t>
            </a:r>
            <a:endParaRPr/>
          </a:p>
        </p:txBody>
      </p:sp>
      <p:sp>
        <p:nvSpPr>
          <p:cNvPr id="291" name="Google Shape;291;p23"/>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92" name="Google Shape;292;p23"/>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lang="it-IT"/>
              <a:t>Autorizzazione</a:t>
            </a:r>
            <a:br>
              <a:rPr lang="it-IT"/>
            </a:br>
            <a:r>
              <a:rPr lang="it-IT" sz="3600"/>
              <a:t>personalizzare la login e la logout (3/3)</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4"/>
          <p:cNvSpPr txBox="1"/>
          <p:nvPr>
            <p:ph idx="1" type="body"/>
          </p:nvPr>
        </p:nvSpPr>
        <p:spPr>
          <a:xfrm>
            <a:off x="872067" y="1700808"/>
            <a:ext cx="7408333" cy="4425355"/>
          </a:xfrm>
          <a:prstGeom prst="rect">
            <a:avLst/>
          </a:prstGeom>
          <a:noFill/>
          <a:ln>
            <a:noFill/>
          </a:ln>
        </p:spPr>
        <p:txBody>
          <a:bodyPr anchorCtr="0" anchor="t" bIns="45700" lIns="91425" spcFirstLastPara="1" rIns="91425" wrap="square" tIns="45700">
            <a:normAutofit fontScale="25000" lnSpcReduction="20000"/>
          </a:bodyPr>
          <a:lstStyle/>
          <a:p>
            <a:pPr indent="0" lvl="0" marL="0" rtl="0" algn="l">
              <a:spcBef>
                <a:spcPts val="0"/>
              </a:spcBef>
              <a:spcAft>
                <a:spcPts val="0"/>
              </a:spcAft>
              <a:buSzPct val="100000"/>
              <a:buNone/>
            </a:pPr>
            <a:r>
              <a:rPr i="1" lang="it-IT" sz="6400"/>
              <a:t>@Bean</a:t>
            </a:r>
            <a:endParaRPr/>
          </a:p>
          <a:p>
            <a:pPr indent="0" lvl="0" marL="0" rtl="0" algn="l">
              <a:spcBef>
                <a:spcPts val="320"/>
              </a:spcBef>
              <a:spcAft>
                <a:spcPts val="0"/>
              </a:spcAft>
              <a:buSzPct val="100000"/>
              <a:buNone/>
            </a:pPr>
            <a:r>
              <a:rPr i="1" lang="it-IT" sz="6400"/>
              <a:t>public SecurityFilterChain filterChain(HttpSecurity http ) throws Exception {</a:t>
            </a:r>
            <a:endParaRPr/>
          </a:p>
          <a:p>
            <a:pPr indent="0" lvl="0" marL="0" rtl="0" algn="l">
              <a:spcBef>
                <a:spcPts val="320"/>
              </a:spcBef>
              <a:spcAft>
                <a:spcPts val="0"/>
              </a:spcAft>
              <a:buSzPct val="100000"/>
              <a:buNone/>
            </a:pPr>
            <a:r>
              <a:rPr i="1" lang="it-IT" sz="6400"/>
              <a:t>	return http.authorizeHttpRequests( </a:t>
            </a:r>
            <a:endParaRPr/>
          </a:p>
          <a:p>
            <a:pPr indent="0" lvl="0" marL="0" rtl="0" algn="l">
              <a:spcBef>
                <a:spcPts val="320"/>
              </a:spcBef>
              <a:spcAft>
                <a:spcPts val="0"/>
              </a:spcAft>
              <a:buSzPct val="100000"/>
              <a:buNone/>
            </a:pPr>
            <a:r>
              <a:rPr i="1" lang="it-IT" sz="6400"/>
              <a:t>			(httpRequests) -&gt; </a:t>
            </a:r>
            <a:endParaRPr/>
          </a:p>
          <a:p>
            <a:pPr indent="0" lvl="0" marL="0" rtl="0" algn="l">
              <a:spcBef>
                <a:spcPts val="320"/>
              </a:spcBef>
              <a:spcAft>
                <a:spcPts val="0"/>
              </a:spcAft>
              <a:buSzPct val="100000"/>
              <a:buNone/>
            </a:pPr>
            <a:r>
              <a:rPr i="1" lang="it-IT" sz="6400"/>
              <a:t>	httpRequests.requestMatchers("/resources/**").permitAll().</a:t>
            </a:r>
            <a:endParaRPr/>
          </a:p>
          <a:p>
            <a:pPr indent="0" lvl="0" marL="0" rtl="0" algn="l">
              <a:spcBef>
                <a:spcPts val="320"/>
              </a:spcBef>
              <a:spcAft>
                <a:spcPts val="0"/>
              </a:spcAft>
              <a:buSzPct val="100000"/>
              <a:buNone/>
            </a:pPr>
            <a:r>
              <a:rPr i="1" lang="it-IT" sz="6400"/>
              <a:t>			requestMatchers("/usr").hasRole("USR").</a:t>
            </a:r>
            <a:endParaRPr/>
          </a:p>
          <a:p>
            <a:pPr indent="0" lvl="0" marL="0" rtl="0" algn="l">
              <a:spcBef>
                <a:spcPts val="320"/>
              </a:spcBef>
              <a:spcAft>
                <a:spcPts val="0"/>
              </a:spcAft>
              <a:buSzPct val="100000"/>
              <a:buNone/>
            </a:pPr>
            <a:r>
              <a:rPr i="1" lang="it-IT" sz="6400"/>
              <a:t>			requestMatchers("/admin").hasRole("ADM").</a:t>
            </a:r>
            <a:endParaRPr/>
          </a:p>
          <a:p>
            <a:pPr indent="0" lvl="0" marL="0" rtl="0" algn="l">
              <a:spcBef>
                <a:spcPts val="320"/>
              </a:spcBef>
              <a:spcAft>
                <a:spcPts val="0"/>
              </a:spcAft>
              <a:buSzPct val="100000"/>
              <a:buNone/>
            </a:pPr>
            <a:r>
              <a:rPr i="1" lang="it-IT" sz="6400"/>
              <a:t>			anyRequest().permitAll()</a:t>
            </a:r>
            <a:endParaRPr/>
          </a:p>
          <a:p>
            <a:pPr indent="0" lvl="0" marL="0" rtl="0" algn="l">
              <a:spcBef>
                <a:spcPts val="320"/>
              </a:spcBef>
              <a:spcAft>
                <a:spcPts val="0"/>
              </a:spcAft>
              <a:buSzPct val="100000"/>
              <a:buNone/>
            </a:pPr>
            <a:r>
              <a:rPr i="1" lang="it-IT" sz="6400"/>
              <a:t>			)</a:t>
            </a:r>
            <a:endParaRPr/>
          </a:p>
          <a:p>
            <a:pPr indent="0" lvl="0" marL="0" rtl="0" algn="l">
              <a:spcBef>
                <a:spcPts val="320"/>
              </a:spcBef>
              <a:spcAft>
                <a:spcPts val="0"/>
              </a:spcAft>
              <a:buSzPct val="100000"/>
              <a:buNone/>
            </a:pPr>
            <a:r>
              <a:rPr i="1" lang="it-IT" sz="6400"/>
              <a:t>			.formLogin( form -&gt; </a:t>
            </a:r>
            <a:endParaRPr/>
          </a:p>
          <a:p>
            <a:pPr indent="0" lvl="0" marL="0" rtl="0" algn="l">
              <a:spcBef>
                <a:spcPts val="320"/>
              </a:spcBef>
              <a:spcAft>
                <a:spcPts val="0"/>
              </a:spcAft>
              <a:buSzPct val="100000"/>
              <a:buNone/>
            </a:pPr>
            <a:r>
              <a:rPr i="1" lang="it-IT" sz="6400"/>
              <a:t>	form.loginPage("/loginPage").permitAll().defaultSuccessUrl("/usr").</a:t>
            </a:r>
            <a:endParaRPr/>
          </a:p>
          <a:p>
            <a:pPr indent="0" lvl="0" marL="0" rtl="0" algn="l">
              <a:spcBef>
                <a:spcPts val="320"/>
              </a:spcBef>
              <a:spcAft>
                <a:spcPts val="0"/>
              </a:spcAft>
              <a:buSzPct val="100000"/>
              <a:buNone/>
            </a:pPr>
            <a:r>
              <a:rPr i="1" lang="it-IT" sz="6400"/>
              <a:t>	failureUrl("/loginPage?error=true").usernameParameter("un").</a:t>
            </a:r>
            <a:endParaRPr/>
          </a:p>
          <a:p>
            <a:pPr indent="0" lvl="0" marL="0" rtl="0" algn="l">
              <a:spcBef>
                <a:spcPts val="320"/>
              </a:spcBef>
              <a:spcAft>
                <a:spcPts val="0"/>
              </a:spcAft>
              <a:buSzPct val="100000"/>
              <a:buNone/>
            </a:pPr>
            <a:r>
              <a:rPr i="1" lang="it-IT" sz="6400"/>
              <a:t>			passwordParameter("pwd")).</a:t>
            </a:r>
            <a:endParaRPr i="1" sz="6400"/>
          </a:p>
          <a:p>
            <a:pPr indent="0" lvl="0" marL="0" rtl="0" algn="l">
              <a:spcBef>
                <a:spcPts val="320"/>
              </a:spcBef>
              <a:spcAft>
                <a:spcPts val="0"/>
              </a:spcAft>
              <a:buSzPct val="100000"/>
              <a:buNone/>
            </a:pPr>
            <a:r>
              <a:rPr i="1" lang="it-IT" sz="6400"/>
              <a:t>			logout( logout -&gt; logout.logoutSuccessUrl("/loginPage?logout=true").invalidateHttpSession(true).deleteCookies("JSESSIONID").permitAll())</a:t>
            </a:r>
            <a:endParaRPr/>
          </a:p>
          <a:p>
            <a:pPr indent="0" lvl="0" marL="0" rtl="0" algn="l">
              <a:spcBef>
                <a:spcPts val="320"/>
              </a:spcBef>
              <a:spcAft>
                <a:spcPts val="0"/>
              </a:spcAft>
              <a:buSzPct val="100000"/>
              <a:buNone/>
            </a:pPr>
            <a:r>
              <a:rPr i="1" lang="it-IT" sz="6400"/>
              <a:t>			.build();</a:t>
            </a:r>
            <a:endParaRPr/>
          </a:p>
          <a:p>
            <a:pPr indent="0" lvl="0" marL="0" rtl="0" algn="l">
              <a:spcBef>
                <a:spcPts val="320"/>
              </a:spcBef>
              <a:spcAft>
                <a:spcPts val="0"/>
              </a:spcAft>
              <a:buSzPct val="100000"/>
              <a:buNone/>
            </a:pPr>
            <a:r>
              <a:rPr i="1" lang="it-IT" sz="6400"/>
              <a:t>}</a:t>
            </a:r>
            <a:endParaRPr/>
          </a:p>
        </p:txBody>
      </p:sp>
      <p:sp>
        <p:nvSpPr>
          <p:cNvPr id="298" name="Google Shape;298;p24"/>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299" name="Google Shape;299;p24"/>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FFFFFF"/>
              </a:buClr>
              <a:buSzPct val="100000"/>
              <a:buFont typeface="Candara"/>
              <a:buNone/>
            </a:pPr>
            <a:r>
              <a:rPr i="1" lang="it-IT"/>
              <a:t>SecurityFilterChain</a:t>
            </a:r>
            <a:br>
              <a:rPr i="1" lang="it-IT"/>
            </a:br>
            <a:r>
              <a:rPr lang="it-IT"/>
              <a:t>esempio completo</a:t>
            </a:r>
            <a:endParaRPr i="1"/>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5"/>
          <p:cNvSpPr txBox="1"/>
          <p:nvPr>
            <p:ph idx="1" type="body"/>
          </p:nvPr>
        </p:nvSpPr>
        <p:spPr>
          <a:xfrm>
            <a:off x="872067" y="1591056"/>
            <a:ext cx="7408333" cy="4535107"/>
          </a:xfrm>
          <a:prstGeom prst="rect">
            <a:avLst/>
          </a:prstGeom>
          <a:noFill/>
          <a:ln>
            <a:noFill/>
          </a:ln>
        </p:spPr>
        <p:txBody>
          <a:bodyPr anchorCtr="0" anchor="t" bIns="45700" lIns="91425" spcFirstLastPara="1" rIns="91425" wrap="square" tIns="45700">
            <a:normAutofit fontScale="92500"/>
          </a:bodyPr>
          <a:lstStyle/>
          <a:p>
            <a:pPr indent="-274320" lvl="0" marL="274320" rtl="0" algn="l">
              <a:spcBef>
                <a:spcPts val="0"/>
              </a:spcBef>
              <a:spcAft>
                <a:spcPts val="0"/>
              </a:spcAft>
              <a:buSzPct val="100000"/>
              <a:buChar char="*"/>
            </a:pPr>
            <a:r>
              <a:rPr lang="it-IT"/>
              <a:t>Dal momento in cui il processo di autenticazione si chiude con successo, il server, di default, si "fida" di tutte le successive richieste provenienti da quel browser (cookie di sessione, inviati sempre dal browser) e pertanto può essere ingannato da un attaccante che conosca le url del server da invocare e può fare in modo di farle eseguire dalla vittima, involontariamente, con i dati decisi dall’attaccante. Questo tipo di attacco, chiamato </a:t>
            </a:r>
            <a:r>
              <a:rPr i="1" lang="it-IT"/>
              <a:t>Cross Site Request Forgery</a:t>
            </a:r>
            <a:r>
              <a:rPr lang="it-IT"/>
              <a:t>, può essere evitato facendo in modo che il server all’atto della autenticazione inserisca nei cookie un token che poi verrà ricontrollato dopo le successive submit dell’utente (si presuppone che l’attaccante conosca le url specifiche del server, ma non possa conoscere il token)</a:t>
            </a:r>
            <a:endParaRPr/>
          </a:p>
        </p:txBody>
      </p:sp>
      <p:sp>
        <p:nvSpPr>
          <p:cNvPr id="305" name="Google Shape;305;p25"/>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06" name="Google Shape;306;p25"/>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Attacchi Csrf (1/2)</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6"/>
          <p:cNvSpPr txBox="1"/>
          <p:nvPr>
            <p:ph idx="1" type="body"/>
          </p:nvPr>
        </p:nvSpPr>
        <p:spPr>
          <a:xfrm>
            <a:off x="872067" y="1772816"/>
            <a:ext cx="7408333" cy="4353347"/>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00"/>
              <a:buChar char="*"/>
            </a:pPr>
            <a:r>
              <a:rPr lang="it-IT"/>
              <a:t>La tecnica </a:t>
            </a:r>
            <a:r>
              <a:rPr i="1" lang="it-IT"/>
              <a:t>csrf protection</a:t>
            </a:r>
            <a:r>
              <a:rPr lang="it-IT"/>
              <a:t> è attivata di default dal modulo Spring Security, tanto che se non voluta va esplicitamente disabilitata accodando nel metodo </a:t>
            </a:r>
            <a:r>
              <a:rPr i="1" lang="it-IT"/>
              <a:t>@Bean </a:t>
            </a:r>
            <a:r>
              <a:rPr lang="it-IT"/>
              <a:t>del </a:t>
            </a:r>
            <a:r>
              <a:rPr i="1" lang="it-IT"/>
              <a:t>SecurityFilterChain </a:t>
            </a:r>
            <a:r>
              <a:rPr lang="it-IT"/>
              <a:t>(prima di .</a:t>
            </a:r>
            <a:r>
              <a:rPr i="1" lang="it-IT"/>
              <a:t>build</a:t>
            </a:r>
            <a:r>
              <a:rPr lang="it-IT"/>
              <a:t>()):</a:t>
            </a:r>
            <a:endParaRPr/>
          </a:p>
          <a:p>
            <a:pPr indent="0" lvl="1" marL="301943" rtl="0" algn="l">
              <a:spcBef>
                <a:spcPts val="360"/>
              </a:spcBef>
              <a:spcAft>
                <a:spcPts val="0"/>
              </a:spcAft>
              <a:buSzPts val="1800"/>
              <a:buNone/>
            </a:pPr>
            <a:r>
              <a:rPr i="1" lang="it-IT" sz="1800"/>
              <a:t>.csrf( csrfConf -&gt; csrfConf.disable())</a:t>
            </a:r>
            <a:endParaRPr/>
          </a:p>
          <a:p>
            <a:pPr indent="-274320" lvl="0" marL="274320" rtl="0" algn="l">
              <a:spcBef>
                <a:spcPts val="480"/>
              </a:spcBef>
              <a:spcAft>
                <a:spcPts val="0"/>
              </a:spcAft>
              <a:buSzPts val="2400"/>
              <a:buChar char="*"/>
            </a:pPr>
            <a:r>
              <a:rPr lang="it-IT"/>
              <a:t>Analizzando le request http (ad es. con il Developer Tool di Chrome) si può vedere dopo il submit di una form che tra i dati della form è presente il token </a:t>
            </a:r>
            <a:r>
              <a:rPr i="1" lang="it-IT"/>
              <a:t>_crsf</a:t>
            </a:r>
            <a:endParaRPr/>
          </a:p>
          <a:p>
            <a:pPr indent="-274320" lvl="0" marL="274320" rtl="0" algn="l">
              <a:spcBef>
                <a:spcPts val="480"/>
              </a:spcBef>
              <a:spcAft>
                <a:spcPts val="0"/>
              </a:spcAft>
              <a:buSzPts val="2400"/>
              <a:buChar char="*"/>
            </a:pPr>
            <a:r>
              <a:rPr lang="it-IT"/>
              <a:t>Lasciando abilitato il </a:t>
            </a:r>
            <a:r>
              <a:rPr i="1" lang="it-IT"/>
              <a:t>csrf </a:t>
            </a:r>
            <a:r>
              <a:rPr lang="it-IT"/>
              <a:t>(di default) dovremo inserire in ogni form il relativo campo </a:t>
            </a:r>
            <a:r>
              <a:rPr i="1" lang="it-IT"/>
              <a:t>hidden </a:t>
            </a:r>
            <a:r>
              <a:rPr lang="it-IT"/>
              <a:t>facendo riferimento al </a:t>
            </a:r>
            <a:r>
              <a:rPr i="1" lang="it-IT"/>
              <a:t>bean</a:t>
            </a:r>
            <a:r>
              <a:rPr lang="it-IT"/>
              <a:t> che Spring crea in automatico:</a:t>
            </a:r>
            <a:endParaRPr/>
          </a:p>
          <a:p>
            <a:pPr indent="0" lvl="0" marL="0" rtl="0" algn="l">
              <a:spcBef>
                <a:spcPts val="320"/>
              </a:spcBef>
              <a:spcAft>
                <a:spcPts val="0"/>
              </a:spcAft>
              <a:buSzPts val="1600"/>
              <a:buNone/>
            </a:pPr>
            <a:r>
              <a:rPr i="1" lang="it-IT" sz="1600"/>
              <a:t>&lt;input type="hidden" name="${_csrf.parameterName}" value="${_csrf.token}"/&gt;</a:t>
            </a:r>
            <a:endParaRPr/>
          </a:p>
        </p:txBody>
      </p:sp>
      <p:sp>
        <p:nvSpPr>
          <p:cNvPr id="312" name="Google Shape;312;p26"/>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13" name="Google Shape;313;p26"/>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Attacchi Csrf (2/2)</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7"/>
          <p:cNvSpPr txBox="1"/>
          <p:nvPr>
            <p:ph idx="1" type="body"/>
          </p:nvPr>
        </p:nvSpPr>
        <p:spPr>
          <a:xfrm>
            <a:off x="872067" y="1591056"/>
            <a:ext cx="7408333" cy="4535107"/>
          </a:xfrm>
          <a:prstGeom prst="rect">
            <a:avLst/>
          </a:prstGeom>
          <a:noFill/>
          <a:ln>
            <a:noFill/>
          </a:ln>
        </p:spPr>
        <p:txBody>
          <a:bodyPr anchorCtr="0" anchor="t" bIns="45700" lIns="91425" spcFirstLastPara="1" rIns="91425" wrap="square" tIns="45700">
            <a:normAutofit/>
          </a:bodyPr>
          <a:lstStyle/>
          <a:p>
            <a:pPr indent="-121920" lvl="0" marL="274320" rtl="0" algn="l">
              <a:spcBef>
                <a:spcPts val="0"/>
              </a:spcBef>
              <a:spcAft>
                <a:spcPts val="0"/>
              </a:spcAft>
              <a:buSzPts val="2400"/>
              <a:buNone/>
            </a:pPr>
            <a:r>
              <a:t/>
            </a:r>
            <a:endParaRPr/>
          </a:p>
          <a:p>
            <a:pPr indent="-274320" lvl="0" marL="274320" rtl="0" algn="l">
              <a:spcBef>
                <a:spcPts val="480"/>
              </a:spcBef>
              <a:spcAft>
                <a:spcPts val="0"/>
              </a:spcAft>
              <a:buSzPts val="2400"/>
              <a:buChar char="*"/>
            </a:pPr>
            <a:r>
              <a:rPr lang="it-IT"/>
              <a:t>Per sfruttare Spring Security all’interno delle view, per prima cosa occorre utilizzare la libreria </a:t>
            </a:r>
            <a:r>
              <a:rPr i="1" lang="it-IT"/>
              <a:t>spring-security-taglibs </a:t>
            </a:r>
            <a:r>
              <a:rPr lang="it-IT"/>
              <a:t>e importarla nella view:</a:t>
            </a:r>
            <a:endParaRPr/>
          </a:p>
          <a:p>
            <a:pPr indent="0" lvl="0" marL="0" rtl="0" algn="l">
              <a:spcBef>
                <a:spcPts val="320"/>
              </a:spcBef>
              <a:spcAft>
                <a:spcPts val="0"/>
              </a:spcAft>
              <a:buSzPts val="1600"/>
              <a:buNone/>
            </a:pPr>
            <a:r>
              <a:rPr i="1" lang="it-IT" sz="1600"/>
              <a:t>&lt;%@ taglib prefix="sec" uri="http://www.springframework.org/security/tags" %&gt;</a:t>
            </a:r>
            <a:endParaRPr/>
          </a:p>
          <a:p>
            <a:pPr indent="-121920" lvl="0" marL="274320" rtl="0" algn="l">
              <a:spcBef>
                <a:spcPts val="480"/>
              </a:spcBef>
              <a:spcAft>
                <a:spcPts val="0"/>
              </a:spcAft>
              <a:buSzPts val="2400"/>
              <a:buNone/>
            </a:pPr>
            <a:r>
              <a:t/>
            </a:r>
            <a:endParaRPr/>
          </a:p>
          <a:p>
            <a:pPr indent="-274320" lvl="0" marL="274320" rtl="0" algn="l">
              <a:spcBef>
                <a:spcPts val="480"/>
              </a:spcBef>
              <a:spcAft>
                <a:spcPts val="0"/>
              </a:spcAft>
              <a:buSzPts val="2400"/>
              <a:buChar char="*"/>
            </a:pPr>
            <a:r>
              <a:rPr lang="it-IT"/>
              <a:t>dopodichè potremo usare il tag </a:t>
            </a:r>
            <a:r>
              <a:rPr i="1" lang="it-IT"/>
              <a:t>sec:authorize </a:t>
            </a:r>
            <a:r>
              <a:rPr lang="it-IT"/>
              <a:t>:</a:t>
            </a:r>
            <a:endParaRPr/>
          </a:p>
          <a:p>
            <a:pPr indent="0" lvl="1" marL="301943" rtl="0" algn="l">
              <a:spcBef>
                <a:spcPts val="360"/>
              </a:spcBef>
              <a:spcAft>
                <a:spcPts val="0"/>
              </a:spcAft>
              <a:buSzPts val="1800"/>
              <a:buNone/>
            </a:pPr>
            <a:r>
              <a:t/>
            </a:r>
            <a:endParaRPr i="1" sz="1800"/>
          </a:p>
          <a:p>
            <a:pPr indent="0" lvl="1" marL="301943" rtl="0" algn="l">
              <a:spcBef>
                <a:spcPts val="360"/>
              </a:spcBef>
              <a:spcAft>
                <a:spcPts val="0"/>
              </a:spcAft>
              <a:buSzPts val="1800"/>
              <a:buNone/>
            </a:pPr>
            <a:r>
              <a:rPr i="1" lang="it-IT" sz="1800"/>
              <a:t>&lt;sec:authorize access="hasRole('ROLE_ADM')"&gt;</a:t>
            </a:r>
            <a:endParaRPr/>
          </a:p>
          <a:p>
            <a:pPr indent="0" lvl="1" marL="301943" rtl="0" algn="l">
              <a:spcBef>
                <a:spcPts val="360"/>
              </a:spcBef>
              <a:spcAft>
                <a:spcPts val="0"/>
              </a:spcAft>
              <a:buSzPts val="1800"/>
              <a:buNone/>
            </a:pPr>
            <a:r>
              <a:rPr i="1" lang="it-IT" sz="1800"/>
              <a:t>	&lt;p&gt;Paragrafo solo per utenti admin&lt;/p&gt;</a:t>
            </a:r>
            <a:endParaRPr i="1" sz="1800"/>
          </a:p>
          <a:p>
            <a:pPr indent="0" lvl="1" marL="301943" rtl="0" algn="l">
              <a:spcBef>
                <a:spcPts val="360"/>
              </a:spcBef>
              <a:spcAft>
                <a:spcPts val="0"/>
              </a:spcAft>
              <a:buSzPts val="1800"/>
              <a:buNone/>
            </a:pPr>
            <a:r>
              <a:rPr i="1" lang="it-IT" sz="1800"/>
              <a:t>&lt;/sec:authorize&gt;</a:t>
            </a:r>
            <a:endParaRPr/>
          </a:p>
        </p:txBody>
      </p:sp>
      <p:sp>
        <p:nvSpPr>
          <p:cNvPr id="319" name="Google Shape;319;p27"/>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20" name="Google Shape;320;p27"/>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Security nelle view</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28"/>
          <p:cNvSpPr txBox="1"/>
          <p:nvPr>
            <p:ph idx="1" type="body"/>
          </p:nvPr>
        </p:nvSpPr>
        <p:spPr>
          <a:xfrm>
            <a:off x="872067" y="1988840"/>
            <a:ext cx="7408333" cy="4137323"/>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annotiamo la classe do configurazione della security anche con:</a:t>
            </a:r>
            <a:endParaRPr/>
          </a:p>
          <a:p>
            <a:pPr indent="0" lvl="0" marL="0" rtl="0" algn="l">
              <a:spcBef>
                <a:spcPts val="360"/>
              </a:spcBef>
              <a:spcAft>
                <a:spcPts val="0"/>
              </a:spcAft>
              <a:buSzPts val="1800"/>
              <a:buNone/>
            </a:pPr>
            <a:r>
              <a:rPr i="1" lang="it-IT" sz="1800"/>
              <a:t>	@EnableMethodSecurity</a:t>
            </a:r>
            <a:endParaRPr i="1" sz="1800"/>
          </a:p>
          <a:p>
            <a:pPr indent="-121920" lvl="0" marL="274320" rtl="0" algn="l">
              <a:spcBef>
                <a:spcPts val="480"/>
              </a:spcBef>
              <a:spcAft>
                <a:spcPts val="0"/>
              </a:spcAft>
              <a:buSzPts val="2400"/>
              <a:buNone/>
            </a:pPr>
            <a:r>
              <a:t/>
            </a:r>
            <a:endParaRPr i="1"/>
          </a:p>
          <a:p>
            <a:pPr indent="-274320" lvl="0" marL="274320" rtl="0" algn="l">
              <a:spcBef>
                <a:spcPts val="480"/>
              </a:spcBef>
              <a:spcAft>
                <a:spcPts val="0"/>
              </a:spcAft>
              <a:buSzPts val="2400"/>
              <a:buChar char="*"/>
            </a:pPr>
            <a:r>
              <a:rPr lang="it-IT"/>
              <a:t>annotiamo i metodi che ci interessa rendere sicuri (tipicamente nei </a:t>
            </a:r>
            <a:r>
              <a:rPr i="1" lang="it-IT"/>
              <a:t>Service</a:t>
            </a:r>
            <a:r>
              <a:rPr lang="it-IT"/>
              <a:t> e/o</a:t>
            </a:r>
            <a:r>
              <a:rPr i="1" lang="it-IT"/>
              <a:t> </a:t>
            </a:r>
            <a:r>
              <a:rPr lang="it-IT"/>
              <a:t>nei </a:t>
            </a:r>
            <a:r>
              <a:rPr i="1" lang="it-IT"/>
              <a:t>Repository</a:t>
            </a:r>
            <a:r>
              <a:rPr lang="it-IT"/>
              <a:t>) con:</a:t>
            </a:r>
            <a:endParaRPr/>
          </a:p>
          <a:p>
            <a:pPr indent="0" lvl="1" marL="301943" rtl="0" algn="l">
              <a:spcBef>
                <a:spcPts val="360"/>
              </a:spcBef>
              <a:spcAft>
                <a:spcPts val="0"/>
              </a:spcAft>
              <a:buSzPts val="1800"/>
              <a:buNone/>
            </a:pPr>
            <a:r>
              <a:rPr i="1" lang="it-IT" sz="1800"/>
              <a:t>@PreAuthorize("hasRole('ROLE_ADM‘)")</a:t>
            </a:r>
            <a:endParaRPr i="1" sz="1800"/>
          </a:p>
        </p:txBody>
      </p:sp>
      <p:sp>
        <p:nvSpPr>
          <p:cNvPr id="326" name="Google Shape;326;p28"/>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27" name="Google Shape;327;p28"/>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Security al livello di metodi</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29"/>
          <p:cNvSpPr txBox="1"/>
          <p:nvPr>
            <p:ph idx="1" type="body"/>
          </p:nvPr>
        </p:nvSpPr>
        <p:spPr>
          <a:xfrm>
            <a:off x="872067" y="1916832"/>
            <a:ext cx="7408333" cy="4209331"/>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00"/>
              <a:buChar char="*"/>
            </a:pPr>
            <a:r>
              <a:rPr lang="it-IT"/>
              <a:t>In un qualsiasi metodo che venga invocato dopo l’autenticazione, abbiamo la possibilità di farci iniettare il </a:t>
            </a:r>
            <a:r>
              <a:rPr i="1" lang="it-IT"/>
              <a:t>Principal</a:t>
            </a:r>
            <a:r>
              <a:rPr lang="it-IT"/>
              <a:t> per recuperare alcune info associate all’utente autenticato:</a:t>
            </a:r>
            <a:endParaRPr/>
          </a:p>
          <a:p>
            <a:pPr indent="0" lvl="1" marL="301943" rtl="0" algn="l">
              <a:spcBef>
                <a:spcPts val="360"/>
              </a:spcBef>
              <a:spcAft>
                <a:spcPts val="0"/>
              </a:spcAft>
              <a:buSzPts val="1800"/>
              <a:buNone/>
            </a:pPr>
            <a:r>
              <a:t/>
            </a:r>
            <a:endParaRPr i="1" sz="1800"/>
          </a:p>
          <a:p>
            <a:pPr indent="0" lvl="1" marL="301943" rtl="0" algn="l">
              <a:spcBef>
                <a:spcPts val="360"/>
              </a:spcBef>
              <a:spcAft>
                <a:spcPts val="0"/>
              </a:spcAft>
              <a:buSzPts val="1800"/>
              <a:buNone/>
            </a:pPr>
            <a:r>
              <a:rPr i="1" lang="it-IT" sz="1800"/>
              <a:t>public String vaiUsr3(Principal principal) {</a:t>
            </a:r>
            <a:endParaRPr/>
          </a:p>
          <a:p>
            <a:pPr indent="0" lvl="1" marL="301943" rtl="0" algn="l">
              <a:spcBef>
                <a:spcPts val="360"/>
              </a:spcBef>
              <a:spcAft>
                <a:spcPts val="0"/>
              </a:spcAft>
              <a:buSzPts val="1800"/>
              <a:buNone/>
            </a:pPr>
            <a:r>
              <a:rPr i="1" lang="it-IT" sz="1800"/>
              <a:t>	String name = principal.getName();</a:t>
            </a:r>
            <a:endParaRPr/>
          </a:p>
          <a:p>
            <a:pPr indent="0" lvl="1" marL="301943" rtl="0" algn="l">
              <a:spcBef>
                <a:spcPts val="360"/>
              </a:spcBef>
              <a:spcAft>
                <a:spcPts val="0"/>
              </a:spcAft>
              <a:buSzPts val="1800"/>
              <a:buNone/>
            </a:pPr>
            <a:r>
              <a:rPr i="1" lang="it-IT" sz="1800"/>
              <a:t>	….</a:t>
            </a:r>
            <a:endParaRPr i="1" sz="1800"/>
          </a:p>
        </p:txBody>
      </p:sp>
      <p:sp>
        <p:nvSpPr>
          <p:cNvPr id="333" name="Google Shape;333;p29"/>
          <p:cNvSpPr txBox="1"/>
          <p:nvPr>
            <p:ph idx="12" type="sldNum"/>
          </p:nvPr>
        </p:nvSpPr>
        <p:spPr>
          <a:xfrm>
            <a:off x="3991088" y="6250163"/>
            <a:ext cx="1161826"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fld id="{00000000-1234-1234-1234-123412341234}" type="slidenum">
              <a:rPr lang="it-IT"/>
              <a:t>‹#›</a:t>
            </a:fld>
            <a:endParaRPr/>
          </a:p>
        </p:txBody>
      </p:sp>
      <p:sp>
        <p:nvSpPr>
          <p:cNvPr id="334" name="Google Shape;334;p29"/>
          <p:cNvSpPr txBox="1"/>
          <p:nvPr>
            <p:ph type="title"/>
          </p:nvPr>
        </p:nvSpPr>
        <p:spPr>
          <a:xfrm>
            <a:off x="457200" y="338328"/>
            <a:ext cx="8229600" cy="125272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400"/>
              <a:buFont typeface="Candara"/>
              <a:buNone/>
            </a:pPr>
            <a:r>
              <a:rPr lang="it-IT"/>
              <a:t>Principal</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i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nde">
  <a:themeElements>
    <a:clrScheme name="Onde">
      <a:dk1>
        <a:srgbClr val="000000"/>
      </a:dk1>
      <a:lt1>
        <a:srgbClr val="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2020-10-19T09:44:59Z</dcterms:created>
  <dc:creator>Roberto Santoro</dc:creator>
</cp:coreProperties>
</file>