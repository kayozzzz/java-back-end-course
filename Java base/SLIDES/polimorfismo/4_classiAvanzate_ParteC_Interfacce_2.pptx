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embeddedFontLst>
    <p:embeddedFont>
      <p:font typeface="Candar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a9xhaGWU/+J85FsMmIPXfhwoz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andara-boldItalic.fntdata"/><Relationship Id="rId10" Type="http://schemas.openxmlformats.org/officeDocument/2006/relationships/font" Target="fonts/Candara-italic.fntdata"/><Relationship Id="rId12" Type="http://customschemas.google.com/relationships/presentationmetadata" Target="metadata"/><Relationship Id="rId9" Type="http://schemas.openxmlformats.org/officeDocument/2006/relationships/font" Target="fonts/Candar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andar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30" name="Google Shape;30;p5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31" name="Google Shape;31;p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6" name="Google Shape;36;p5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8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8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10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1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1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11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11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11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12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1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12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1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12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1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14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1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14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3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Come anticipato nelle precedenti slide, esistono dei casi particolari di metodi che possono essere implementati (dalla versione 8 di Java) all’interno di una interfaccia. Si tratta dei metodi </a:t>
            </a:r>
            <a:r>
              <a:rPr i="1" lang="it-IT"/>
              <a:t>default</a:t>
            </a:r>
            <a:r>
              <a:rPr lang="it-IT"/>
              <a:t> e </a:t>
            </a:r>
            <a:r>
              <a:rPr i="1" lang="it-IT"/>
              <a:t>static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 metodi </a:t>
            </a:r>
            <a:r>
              <a:rPr i="1" lang="it-IT"/>
              <a:t>default</a:t>
            </a:r>
            <a:r>
              <a:rPr lang="it-IT"/>
              <a:t> sono stati inseriti per risolvere il problema della </a:t>
            </a:r>
            <a:r>
              <a:rPr i="1" lang="it-IT"/>
              <a:t>back-compatibility</a:t>
            </a:r>
            <a:r>
              <a:rPr lang="it-IT"/>
              <a:t> che emerge quando nel tempo si va a modificare un’interfaccia aggiungendole nuovi metodi (e quindi le vecchie implementazioni non funzionerebbero più; si pensi al caso in cui le vecchie implementazioni risiedono in progetti esterni)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 metodi </a:t>
            </a:r>
            <a:r>
              <a:rPr i="1" lang="it-IT"/>
              <a:t>static</a:t>
            </a:r>
            <a:r>
              <a:rPr lang="it-IT"/>
              <a:t> sono stati aggiunti come comodità, in quanto comunque essendo </a:t>
            </a:r>
            <a:r>
              <a:rPr i="1" lang="it-IT"/>
              <a:t>static</a:t>
            </a:r>
            <a:r>
              <a:rPr lang="it-IT"/>
              <a:t> sono invocabili senza necessità di istanziare un oggetto</a:t>
            </a:r>
            <a:endParaRPr/>
          </a:p>
        </p:txBody>
      </p:sp>
      <p:sp>
        <p:nvSpPr>
          <p:cNvPr id="137" name="Google Shape;137;p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38" name="Google Shape;138;p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Interfacce con metodi </a:t>
            </a:r>
            <a:r>
              <a:rPr i="1" lang="it-IT"/>
              <a:t>default</a:t>
            </a:r>
            <a:r>
              <a:rPr lang="it-IT"/>
              <a:t> e </a:t>
            </a:r>
            <a:r>
              <a:rPr i="1" lang="it-IT"/>
              <a:t>static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public interface InterfacciaConMetodi {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String echo(String s);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default void metodoDefault(String s) {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System.out.println("Metodo default - " + s);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static void print(String s) {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System.out.println(("Metodo statuc - " + s);</a:t>
            </a:r>
            <a:endParaRPr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5" name="Google Shape;145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Esempio di interfaccia con metodi </a:t>
            </a:r>
            <a:r>
              <a:rPr i="1" lang="it-IT"/>
              <a:t>default </a:t>
            </a:r>
            <a:r>
              <a:rPr lang="it-IT"/>
              <a:t>e </a:t>
            </a:r>
            <a:r>
              <a:rPr i="1" lang="it-IT"/>
              <a:t>static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2020-03-12T08:56:57Z</dcterms:created>
  <dc:creator>Roberto Santoro</dc:creator>
</cp:coreProperties>
</file>