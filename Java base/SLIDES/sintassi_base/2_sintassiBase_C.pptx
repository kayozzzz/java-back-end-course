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embeddedFontLst>
    <p:embeddedFont>
      <p:font typeface="Candara"/>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3" roundtripDataSignature="AMtx7mjlIm/98l6UuAMo/ENNhm5z50/D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andara-bold.fntdata"/><Relationship Id="rId11" Type="http://schemas.openxmlformats.org/officeDocument/2006/relationships/slide" Target="slides/slide6.xml"/><Relationship Id="rId22" Type="http://schemas.openxmlformats.org/officeDocument/2006/relationships/font" Target="fonts/Candara-boldItalic.fntdata"/><Relationship Id="rId10" Type="http://schemas.openxmlformats.org/officeDocument/2006/relationships/slide" Target="slides/slide5.xml"/><Relationship Id="rId21" Type="http://schemas.openxmlformats.org/officeDocument/2006/relationships/font" Target="fonts/Candara-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andara-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22" name="Shape 22"/>
        <p:cNvGrpSpPr/>
        <p:nvPr/>
      </p:nvGrpSpPr>
      <p:grpSpPr>
        <a:xfrm>
          <a:off x="0" y="0"/>
          <a:ext cx="0" cy="0"/>
          <a:chOff x="0" y="0"/>
          <a:chExt cx="0" cy="0"/>
        </a:xfrm>
      </p:grpSpPr>
      <p:sp>
        <p:nvSpPr>
          <p:cNvPr id="23" name="Google Shape;23;p15"/>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24" name="Google Shape;24;p15"/>
          <p:cNvGrpSpPr/>
          <p:nvPr/>
        </p:nvGrpSpPr>
        <p:grpSpPr>
          <a:xfrm>
            <a:off x="211665" y="5353963"/>
            <a:ext cx="8723376" cy="1331580"/>
            <a:chOff x="-3905250" y="4294188"/>
            <a:chExt cx="13011150" cy="1892300"/>
          </a:xfrm>
        </p:grpSpPr>
        <p:sp>
          <p:nvSpPr>
            <p:cNvPr id="25" name="Google Shape;25;p15"/>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6" name="Google Shape;26;p15"/>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7" name="Google Shape;27;p15"/>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8" name="Google Shape;28;p15"/>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9" name="Google Shape;29;p15"/>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30" name="Google Shape;30;p15"/>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FFFFFF"/>
              </a:buClr>
              <a:buSzPts val="4400"/>
              <a:buFont typeface="Candara"/>
              <a:buNone/>
              <a:defRPr sz="4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SzPts val="2000"/>
              <a:buNone/>
              <a:defRPr sz="2000">
                <a:solidFill>
                  <a:srgbClr val="FFFFFF"/>
                </a:solidFill>
              </a:defRPr>
            </a:lvl1pPr>
            <a:lvl2pPr lvl="1" algn="ctr">
              <a:spcBef>
                <a:spcPts val="440"/>
              </a:spcBef>
              <a:spcAft>
                <a:spcPts val="0"/>
              </a:spcAft>
              <a:buSzPts val="22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384"/>
              </a:spcBef>
              <a:spcAft>
                <a:spcPts val="0"/>
              </a:spcAft>
              <a:buSzPts val="1400"/>
              <a:buNone/>
              <a:defRPr>
                <a:solidFill>
                  <a:srgbClr val="888888"/>
                </a:solidFill>
              </a:defRPr>
            </a:lvl6pPr>
            <a:lvl7pPr lvl="6" algn="ctr">
              <a:spcBef>
                <a:spcPts val="384"/>
              </a:spcBef>
              <a:spcAft>
                <a:spcPts val="0"/>
              </a:spcAft>
              <a:buSzPts val="1400"/>
              <a:buNone/>
              <a:defRPr>
                <a:solidFill>
                  <a:srgbClr val="888888"/>
                </a:solidFill>
              </a:defRPr>
            </a:lvl7pPr>
            <a:lvl8pPr lvl="7" algn="ctr">
              <a:spcBef>
                <a:spcPts val="384"/>
              </a:spcBef>
              <a:spcAft>
                <a:spcPts val="0"/>
              </a:spcAft>
              <a:buSzPts val="1400"/>
              <a:buNone/>
              <a:defRPr>
                <a:solidFill>
                  <a:srgbClr val="888888"/>
                </a:solidFill>
              </a:defRPr>
            </a:lvl8pPr>
            <a:lvl9pPr lvl="8" algn="ctr">
              <a:spcBef>
                <a:spcPts val="384"/>
              </a:spcBef>
              <a:spcAft>
                <a:spcPts val="0"/>
              </a:spcAft>
              <a:buSzPts val="1400"/>
              <a:buNone/>
              <a:defRPr>
                <a:solidFill>
                  <a:srgbClr val="888888"/>
                </a:solidFill>
              </a:defRPr>
            </a:lvl9pPr>
          </a:lstStyle>
          <a:p/>
        </p:txBody>
      </p:sp>
      <p:sp>
        <p:nvSpPr>
          <p:cNvPr id="32" name="Google Shape;32;p1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1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5" name="Shape 35"/>
        <p:cNvGrpSpPr/>
        <p:nvPr/>
      </p:nvGrpSpPr>
      <p:grpSpPr>
        <a:xfrm>
          <a:off x="0" y="0"/>
          <a:ext cx="0" cy="0"/>
          <a:chOff x="0" y="0"/>
          <a:chExt cx="0" cy="0"/>
        </a:xfrm>
      </p:grpSpPr>
      <p:sp>
        <p:nvSpPr>
          <p:cNvPr id="36" name="Google Shape;36;p16"/>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37" name="Google Shape;37;p1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0" name="Google Shape;40;p1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showMasterSp="0" type="secHead">
  <p:cSld name="SECTION_HEADER">
    <p:spTree>
      <p:nvGrpSpPr>
        <p:cNvPr id="41" name="Shape 41"/>
        <p:cNvGrpSpPr/>
        <p:nvPr/>
      </p:nvGrpSpPr>
      <p:grpSpPr>
        <a:xfrm>
          <a:off x="0" y="0"/>
          <a:ext cx="0" cy="0"/>
          <a:chOff x="0" y="0"/>
          <a:chExt cx="0" cy="0"/>
        </a:xfrm>
      </p:grpSpPr>
      <p:sp>
        <p:nvSpPr>
          <p:cNvPr id="42" name="Google Shape;42;p17"/>
          <p:cNvSpPr/>
          <p:nvPr/>
        </p:nvSpPr>
        <p:spPr>
          <a:xfrm>
            <a:off x="228600" y="228600"/>
            <a:ext cx="8695944" cy="4736592"/>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43" name="Google Shape;43;p17"/>
          <p:cNvSpPr/>
          <p:nvPr/>
        </p:nvSpPr>
        <p:spPr>
          <a:xfrm>
            <a:off x="6047438" y="4203592"/>
            <a:ext cx="2876429" cy="714026"/>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4" name="Google Shape;44;p17"/>
          <p:cNvSpPr/>
          <p:nvPr/>
        </p:nvSpPr>
        <p:spPr>
          <a:xfrm>
            <a:off x="2619320" y="4075290"/>
            <a:ext cx="5544515" cy="850138"/>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5" name="Google Shape;45;p17"/>
          <p:cNvSpPr/>
          <p:nvPr/>
        </p:nvSpPr>
        <p:spPr>
          <a:xfrm>
            <a:off x="2828728" y="4087562"/>
            <a:ext cx="5467980" cy="774272"/>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6" name="Google Shape;46;p17"/>
          <p:cNvSpPr/>
          <p:nvPr/>
        </p:nvSpPr>
        <p:spPr>
          <a:xfrm>
            <a:off x="5609489" y="4074174"/>
            <a:ext cx="3308000" cy="651549"/>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7" name="Google Shape;47;p17"/>
          <p:cNvSpPr/>
          <p:nvPr/>
        </p:nvSpPr>
        <p:spPr>
          <a:xfrm>
            <a:off x="211665" y="4058555"/>
            <a:ext cx="8723376" cy="1329874"/>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8" name="Google Shape;48;p17"/>
          <p:cNvSpPr txBox="1"/>
          <p:nvPr>
            <p:ph type="title"/>
          </p:nvPr>
        </p:nvSpPr>
        <p:spPr>
          <a:xfrm>
            <a:off x="690032" y="2463560"/>
            <a:ext cx="7772400" cy="15240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FFFFFF"/>
              </a:buClr>
              <a:buSzPts val="4400"/>
              <a:buFont typeface="Candara"/>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 type="body"/>
          </p:nvPr>
        </p:nvSpPr>
        <p:spPr>
          <a:xfrm>
            <a:off x="1367365" y="1437448"/>
            <a:ext cx="6417734" cy="939801"/>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2000"/>
              <a:buNone/>
              <a:defRPr sz="2000">
                <a:solidFill>
                  <a:srgbClr val="FFFFFF"/>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384"/>
              </a:spcBef>
              <a:spcAft>
                <a:spcPts val="0"/>
              </a:spcAft>
              <a:buSzPts val="1400"/>
              <a:buNone/>
              <a:defRPr sz="1400">
                <a:solidFill>
                  <a:srgbClr val="888888"/>
                </a:solidFill>
              </a:defRPr>
            </a:lvl6pPr>
            <a:lvl7pPr indent="-228600" lvl="6" marL="3200400" algn="l">
              <a:spcBef>
                <a:spcPts val="384"/>
              </a:spcBef>
              <a:spcAft>
                <a:spcPts val="0"/>
              </a:spcAft>
              <a:buSzPts val="1400"/>
              <a:buNone/>
              <a:defRPr sz="1400">
                <a:solidFill>
                  <a:srgbClr val="888888"/>
                </a:solidFill>
              </a:defRPr>
            </a:lvl7pPr>
            <a:lvl8pPr indent="-228600" lvl="7" marL="3657600" algn="l">
              <a:spcBef>
                <a:spcPts val="384"/>
              </a:spcBef>
              <a:spcAft>
                <a:spcPts val="0"/>
              </a:spcAft>
              <a:buSzPts val="1400"/>
              <a:buNone/>
              <a:defRPr sz="1400">
                <a:solidFill>
                  <a:srgbClr val="888888"/>
                </a:solidFill>
              </a:defRPr>
            </a:lvl8pPr>
            <a:lvl9pPr indent="-228600" lvl="8" marL="4114800" algn="l">
              <a:spcBef>
                <a:spcPts val="384"/>
              </a:spcBef>
              <a:spcAft>
                <a:spcPts val="0"/>
              </a:spcAft>
              <a:buSzPts val="1400"/>
              <a:buNone/>
              <a:defRPr sz="1400">
                <a:solidFill>
                  <a:srgbClr val="888888"/>
                </a:solidFill>
              </a:defRPr>
            </a:lvl9pPr>
          </a:lstStyle>
          <a:p/>
        </p:txBody>
      </p:sp>
      <p:sp>
        <p:nvSpPr>
          <p:cNvPr id="50" name="Google Shape;50;p17"/>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7"/>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53" name="Shape 53"/>
        <p:cNvGrpSpPr/>
        <p:nvPr/>
      </p:nvGrpSpPr>
      <p:grpSpPr>
        <a:xfrm>
          <a:off x="0" y="0"/>
          <a:ext cx="0" cy="0"/>
          <a:chOff x="0" y="0"/>
          <a:chExt cx="0" cy="0"/>
        </a:xfrm>
      </p:grpSpPr>
      <p:sp>
        <p:nvSpPr>
          <p:cNvPr id="54" name="Google Shape;54;p1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8"/>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58" name="Google Shape;58;p18"/>
          <p:cNvSpPr txBox="1"/>
          <p:nvPr>
            <p:ph idx="1" type="body"/>
          </p:nvPr>
        </p:nvSpPr>
        <p:spPr>
          <a:xfrm>
            <a:off x="676655"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59" name="Google Shape;59;p18"/>
          <p:cNvSpPr txBox="1"/>
          <p:nvPr>
            <p:ph idx="2" type="body"/>
          </p:nvPr>
        </p:nvSpPr>
        <p:spPr>
          <a:xfrm>
            <a:off x="4645152"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60" name="Shape 60"/>
        <p:cNvGrpSpPr/>
        <p:nvPr/>
      </p:nvGrpSpPr>
      <p:grpSpPr>
        <a:xfrm>
          <a:off x="0" y="0"/>
          <a:ext cx="0" cy="0"/>
          <a:chOff x="0" y="0"/>
          <a:chExt cx="0" cy="0"/>
        </a:xfrm>
      </p:grpSpPr>
      <p:sp>
        <p:nvSpPr>
          <p:cNvPr id="61" name="Google Shape;61;p1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4400"/>
              <a:buFont typeface="Candar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9"/>
          <p:cNvSpPr txBox="1"/>
          <p:nvPr>
            <p:ph idx="1" type="body"/>
          </p:nvPr>
        </p:nvSpPr>
        <p:spPr>
          <a:xfrm>
            <a:off x="676656" y="2678114"/>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3" name="Google Shape;63;p19"/>
          <p:cNvSpPr txBox="1"/>
          <p:nvPr>
            <p:ph idx="2" type="body"/>
          </p:nvPr>
        </p:nvSpPr>
        <p:spPr>
          <a:xfrm>
            <a:off x="677332" y="3429000"/>
            <a:ext cx="3820055"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4" name="Google Shape;64;p19"/>
          <p:cNvSpPr txBox="1"/>
          <p:nvPr>
            <p:ph idx="3" type="body"/>
          </p:nvPr>
        </p:nvSpPr>
        <p:spPr>
          <a:xfrm>
            <a:off x="4648200" y="2678113"/>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i="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5" name="Google Shape;65;p19"/>
          <p:cNvSpPr txBox="1"/>
          <p:nvPr>
            <p:ph idx="4" type="body"/>
          </p:nvPr>
        </p:nvSpPr>
        <p:spPr>
          <a:xfrm>
            <a:off x="4645025" y="3429000"/>
            <a:ext cx="3822192"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6" name="Google Shape;66;p19"/>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9"/>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9" name="Shape 69"/>
        <p:cNvGrpSpPr/>
        <p:nvPr/>
      </p:nvGrpSpPr>
      <p:grpSpPr>
        <a:xfrm>
          <a:off x="0" y="0"/>
          <a:ext cx="0" cy="0"/>
          <a:chOff x="0" y="0"/>
          <a:chExt cx="0" cy="0"/>
        </a:xfrm>
      </p:grpSpPr>
      <p:sp>
        <p:nvSpPr>
          <p:cNvPr id="70" name="Google Shape;70;p2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0"/>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0"/>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showMasterSp="0" type="blank">
  <p:cSld name="BLANK">
    <p:spTree>
      <p:nvGrpSpPr>
        <p:cNvPr id="74" name="Shape 74"/>
        <p:cNvGrpSpPr/>
        <p:nvPr/>
      </p:nvGrpSpPr>
      <p:grpSpPr>
        <a:xfrm>
          <a:off x="0" y="0"/>
          <a:ext cx="0" cy="0"/>
          <a:chOff x="0" y="0"/>
          <a:chExt cx="0" cy="0"/>
        </a:xfrm>
      </p:grpSpPr>
      <p:sp>
        <p:nvSpPr>
          <p:cNvPr id="75" name="Google Shape;75;p21"/>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76" name="Google Shape;76;p21"/>
          <p:cNvGrpSpPr/>
          <p:nvPr/>
        </p:nvGrpSpPr>
        <p:grpSpPr>
          <a:xfrm>
            <a:off x="211665" y="714191"/>
            <a:ext cx="8723376" cy="1329874"/>
            <a:chOff x="-3905251" y="4294188"/>
            <a:chExt cx="13027839" cy="1892300"/>
          </a:xfrm>
        </p:grpSpPr>
        <p:sp>
          <p:nvSpPr>
            <p:cNvPr id="77" name="Google Shape;77;p21"/>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8" name="Google Shape;78;p21"/>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9" name="Google Shape;79;p21"/>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0" name="Google Shape;80;p21"/>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1" name="Google Shape;81;p21"/>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82" name="Google Shape;82;p2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showMasterSp="0" type="objTx">
  <p:cSld name="OBJECT_WITH_CAPTION_TEXT">
    <p:spTree>
      <p:nvGrpSpPr>
        <p:cNvPr id="85" name="Shape 85"/>
        <p:cNvGrpSpPr/>
        <p:nvPr/>
      </p:nvGrpSpPr>
      <p:grpSpPr>
        <a:xfrm>
          <a:off x="0" y="0"/>
          <a:ext cx="0" cy="0"/>
          <a:chOff x="0" y="0"/>
          <a:chExt cx="0" cy="0"/>
        </a:xfrm>
      </p:grpSpPr>
      <p:sp>
        <p:nvSpPr>
          <p:cNvPr id="86" name="Google Shape;86;p22"/>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87" name="Google Shape;87;p22"/>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2"/>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90" name="Google Shape;90;p22"/>
          <p:cNvSpPr txBox="1"/>
          <p:nvPr>
            <p:ph idx="1" type="body"/>
          </p:nvPr>
        </p:nvSpPr>
        <p:spPr>
          <a:xfrm>
            <a:off x="914400" y="3581400"/>
            <a:ext cx="3352800" cy="1905001"/>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dk2"/>
                </a:solidFill>
              </a:defRPr>
            </a:lvl1pPr>
            <a:lvl2pPr indent="-228600" lvl="1" marL="914400" algn="l">
              <a:spcBef>
                <a:spcPts val="60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grpSp>
        <p:nvGrpSpPr>
          <p:cNvPr id="91" name="Google Shape;91;p22"/>
          <p:cNvGrpSpPr/>
          <p:nvPr/>
        </p:nvGrpSpPr>
        <p:grpSpPr>
          <a:xfrm>
            <a:off x="211665" y="714191"/>
            <a:ext cx="8723376" cy="1331580"/>
            <a:chOff x="-3905250" y="4294188"/>
            <a:chExt cx="13011150" cy="1892300"/>
          </a:xfrm>
        </p:grpSpPr>
        <p:sp>
          <p:nvSpPr>
            <p:cNvPr id="92" name="Google Shape;92;p22"/>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3" name="Google Shape;93;p22"/>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4" name="Google Shape;94;p22"/>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5" name="Google Shape;95;p22"/>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6" name="Google Shape;96;p22"/>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97" name="Google Shape;97;p22"/>
          <p:cNvSpPr txBox="1"/>
          <p:nvPr>
            <p:ph type="title"/>
          </p:nvPr>
        </p:nvSpPr>
        <p:spPr>
          <a:xfrm>
            <a:off x="914400" y="2286000"/>
            <a:ext cx="3352800" cy="125272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3200"/>
              <a:buFont typeface="Candara"/>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2"/>
          <p:cNvSpPr txBox="1"/>
          <p:nvPr>
            <p:ph idx="2" type="body"/>
          </p:nvPr>
        </p:nvSpPr>
        <p:spPr>
          <a:xfrm>
            <a:off x="4651962" y="1828800"/>
            <a:ext cx="3904076" cy="3810000"/>
          </a:xfrm>
          <a:prstGeom prst="rect">
            <a:avLst/>
          </a:prstGeom>
          <a:noFill/>
          <a:ln>
            <a:noFill/>
          </a:ln>
        </p:spPr>
        <p:txBody>
          <a:bodyPr anchorCtr="0" anchor="ctr" bIns="45700" lIns="91425" spcFirstLastPara="1" rIns="91425" wrap="square" tIns="45700">
            <a:normAutofit/>
          </a:bodyPr>
          <a:lstStyle>
            <a:lvl1pPr indent="-368300" lvl="0" marL="457200" algn="l">
              <a:spcBef>
                <a:spcPts val="440"/>
              </a:spcBef>
              <a:spcAft>
                <a:spcPts val="0"/>
              </a:spcAft>
              <a:buClr>
                <a:schemeClr val="lt1"/>
              </a:buClr>
              <a:buSzPts val="2200"/>
              <a:buChar char="*"/>
              <a:defRPr sz="2200">
                <a:solidFill>
                  <a:schemeClr val="dk2"/>
                </a:solidFill>
              </a:defRPr>
            </a:lvl1pPr>
            <a:lvl2pPr indent="-355600" lvl="1" marL="914400" algn="l">
              <a:spcBef>
                <a:spcPts val="400"/>
              </a:spcBef>
              <a:spcAft>
                <a:spcPts val="0"/>
              </a:spcAft>
              <a:buClr>
                <a:schemeClr val="lt1"/>
              </a:buClr>
              <a:buSzPts val="2000"/>
              <a:buChar char="*"/>
              <a:defRPr sz="2000">
                <a:solidFill>
                  <a:schemeClr val="dk2"/>
                </a:solidFill>
              </a:defRPr>
            </a:lvl2pPr>
            <a:lvl3pPr indent="-342900" lvl="2" marL="1371600" algn="l">
              <a:spcBef>
                <a:spcPts val="360"/>
              </a:spcBef>
              <a:spcAft>
                <a:spcPts val="0"/>
              </a:spcAft>
              <a:buClr>
                <a:schemeClr val="lt1"/>
              </a:buClr>
              <a:buSzPts val="1800"/>
              <a:buChar char="*"/>
              <a:defRPr sz="1800">
                <a:solidFill>
                  <a:schemeClr val="dk2"/>
                </a:solidFill>
              </a:defRPr>
            </a:lvl3pPr>
            <a:lvl4pPr indent="-330200" lvl="3" marL="1828800" algn="l">
              <a:spcBef>
                <a:spcPts val="320"/>
              </a:spcBef>
              <a:spcAft>
                <a:spcPts val="0"/>
              </a:spcAft>
              <a:buClr>
                <a:schemeClr val="lt1"/>
              </a:buClr>
              <a:buSzPts val="1600"/>
              <a:buChar char="*"/>
              <a:defRPr sz="1600">
                <a:solidFill>
                  <a:schemeClr val="dk2"/>
                </a:solidFill>
              </a:defRPr>
            </a:lvl4pPr>
            <a:lvl5pPr indent="-330200" lvl="4" marL="2286000" algn="l">
              <a:spcBef>
                <a:spcPts val="320"/>
              </a:spcBef>
              <a:spcAft>
                <a:spcPts val="0"/>
              </a:spcAft>
              <a:buClr>
                <a:schemeClr val="lt1"/>
              </a:buClr>
              <a:buSzPts val="1600"/>
              <a:buChar char="*"/>
              <a:defRPr sz="1600">
                <a:solidFill>
                  <a:schemeClr val="dk2"/>
                </a:solidFill>
              </a:defRPr>
            </a:lvl5pPr>
            <a:lvl6pPr indent="-355600" lvl="5" marL="2743200" algn="l">
              <a:spcBef>
                <a:spcPts val="384"/>
              </a:spcBef>
              <a:spcAft>
                <a:spcPts val="0"/>
              </a:spcAft>
              <a:buSzPts val="2000"/>
              <a:buChar char="●"/>
              <a:defRPr sz="2000"/>
            </a:lvl6pPr>
            <a:lvl7pPr indent="-355600" lvl="6" marL="3200400" algn="l">
              <a:spcBef>
                <a:spcPts val="384"/>
              </a:spcBef>
              <a:spcAft>
                <a:spcPts val="0"/>
              </a:spcAft>
              <a:buSzPts val="2000"/>
              <a:buChar char="●"/>
              <a:defRPr sz="2000"/>
            </a:lvl7pPr>
            <a:lvl8pPr indent="-355600" lvl="7" marL="3657600" algn="l">
              <a:spcBef>
                <a:spcPts val="384"/>
              </a:spcBef>
              <a:spcAft>
                <a:spcPts val="0"/>
              </a:spcAft>
              <a:buSzPts val="2000"/>
              <a:buChar char="●"/>
              <a:defRPr sz="2000"/>
            </a:lvl8pPr>
            <a:lvl9pPr indent="-355600" lvl="8" marL="4114800" algn="l">
              <a:spcBef>
                <a:spcPts val="384"/>
              </a:spcBef>
              <a:spcAft>
                <a:spcPts val="0"/>
              </a:spcAft>
              <a:buSzPts val="2000"/>
              <a:buChar char="●"/>
              <a:defRPr sz="2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showMasterSp="0" type="picTx">
  <p:cSld name="PICTURE_WITH_CAPTION_TEXT">
    <p:spTree>
      <p:nvGrpSpPr>
        <p:cNvPr id="99" name="Shape 99"/>
        <p:cNvGrpSpPr/>
        <p:nvPr/>
      </p:nvGrpSpPr>
      <p:grpSpPr>
        <a:xfrm>
          <a:off x="0" y="0"/>
          <a:ext cx="0" cy="0"/>
          <a:chOff x="0" y="0"/>
          <a:chExt cx="0" cy="0"/>
        </a:xfrm>
      </p:grpSpPr>
      <p:sp>
        <p:nvSpPr>
          <p:cNvPr id="100" name="Google Shape;100;p23"/>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101" name="Google Shape;101;p23"/>
          <p:cNvGrpSpPr/>
          <p:nvPr/>
        </p:nvGrpSpPr>
        <p:grpSpPr>
          <a:xfrm>
            <a:off x="211665" y="5353963"/>
            <a:ext cx="8723376" cy="1331580"/>
            <a:chOff x="-3905250" y="4294188"/>
            <a:chExt cx="13011150" cy="1892300"/>
          </a:xfrm>
        </p:grpSpPr>
        <p:sp>
          <p:nvSpPr>
            <p:cNvPr id="102" name="Google Shape;102;p23"/>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3" name="Google Shape;103;p23"/>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4" name="Google Shape;104;p23"/>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5" name="Google Shape;105;p23"/>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6" name="Google Shape;106;p23"/>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07" name="Google Shape;107;p23"/>
          <p:cNvSpPr txBox="1"/>
          <p:nvPr>
            <p:ph type="title"/>
          </p:nvPr>
        </p:nvSpPr>
        <p:spPr>
          <a:xfrm>
            <a:off x="4874155" y="338667"/>
            <a:ext cx="3812645" cy="24299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FFFF"/>
              </a:buClr>
              <a:buSzPts val="2800"/>
              <a:buFont typeface="Candara"/>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3"/>
          <p:cNvSpPr txBox="1"/>
          <p:nvPr>
            <p:ph idx="1" type="body"/>
          </p:nvPr>
        </p:nvSpPr>
        <p:spPr>
          <a:xfrm>
            <a:off x="4868333" y="2785533"/>
            <a:ext cx="3818467" cy="2421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rgbClr val="FFFFFF"/>
                </a:solidFill>
              </a:defRPr>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sp>
        <p:nvSpPr>
          <p:cNvPr id="109" name="Google Shape;109;p23"/>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23"/>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2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112" name="Google Shape;112;p23"/>
          <p:cNvSpPr/>
          <p:nvPr>
            <p:ph idx="2" type="pic"/>
          </p:nvPr>
        </p:nvSpPr>
        <p:spPr>
          <a:xfrm>
            <a:off x="838200" y="1371600"/>
            <a:ext cx="3566160" cy="2926080"/>
          </a:xfrm>
          <a:prstGeom prst="roundRect">
            <a:avLst>
              <a:gd fmla="val 3924" name="adj"/>
            </a:avLst>
          </a:prstGeom>
          <a:solidFill>
            <a:schemeClr val="accent1"/>
          </a:solidFill>
          <a:ln>
            <a:noFill/>
          </a:ln>
          <a:effectLst>
            <a:reflection blurRad="0" dir="5400000" dist="5000" endA="0" endPos="30000" kx="0" rotWithShape="0" algn="bl" stA="30000" stPos="0" sy="-100000" ky="0"/>
          </a:effectLst>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13" name="Shape 113"/>
        <p:cNvGrpSpPr/>
        <p:nvPr/>
      </p:nvGrpSpPr>
      <p:grpSpPr>
        <a:xfrm>
          <a:off x="0" y="0"/>
          <a:ext cx="0" cy="0"/>
          <a:chOff x="0" y="0"/>
          <a:chExt cx="0" cy="0"/>
        </a:xfrm>
      </p:grpSpPr>
      <p:sp>
        <p:nvSpPr>
          <p:cNvPr id="114" name="Google Shape;114;p2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24"/>
          <p:cNvSpPr txBox="1"/>
          <p:nvPr>
            <p:ph idx="1" type="body"/>
          </p:nvPr>
        </p:nvSpPr>
        <p:spPr>
          <a:xfrm rot="5400000">
            <a:off x="2850886" y="696648"/>
            <a:ext cx="3450696" cy="7408333"/>
          </a:xfrm>
          <a:prstGeom prst="rect">
            <a:avLst/>
          </a:prstGeom>
          <a:noFill/>
          <a:ln>
            <a:noFill/>
          </a:ln>
        </p:spPr>
        <p:txBody>
          <a:bodyPr anchorCtr="0" anchor="ctr" bIns="45700" lIns="91425" spcFirstLastPara="1" rIns="91425" wrap="square" tIns="45700">
            <a:normAutofit/>
          </a:bodyPr>
          <a:lstStyle>
            <a:lvl1pPr indent="-381000" lvl="0" marL="457200" algn="l">
              <a:spcBef>
                <a:spcPts val="480"/>
              </a:spcBef>
              <a:spcAft>
                <a:spcPts val="0"/>
              </a:spcAft>
              <a:buSzPts val="2400"/>
              <a:buChar char="*"/>
              <a:defRPr/>
            </a:lvl1pPr>
            <a:lvl2pPr indent="-368300" lvl="1" marL="914400" algn="l">
              <a:spcBef>
                <a:spcPts val="440"/>
              </a:spcBef>
              <a:spcAft>
                <a:spcPts val="0"/>
              </a:spcAft>
              <a:buSzPts val="2200"/>
              <a:buChar char="*"/>
              <a:defRPr/>
            </a:lvl2pPr>
            <a:lvl3pPr indent="-355600" lvl="2" marL="1371600" algn="l">
              <a:spcBef>
                <a:spcPts val="400"/>
              </a:spcBef>
              <a:spcAft>
                <a:spcPts val="0"/>
              </a:spcAft>
              <a:buSzPts val="2000"/>
              <a:buChar char="*"/>
              <a:defRPr/>
            </a:lvl3pPr>
            <a:lvl4pPr indent="-342900" lvl="3" marL="1828800" algn="l">
              <a:spcBef>
                <a:spcPts val="360"/>
              </a:spcBef>
              <a:spcAft>
                <a:spcPts val="0"/>
              </a:spcAft>
              <a:buSzPts val="1800"/>
              <a:buChar char="*"/>
              <a:defRPr/>
            </a:lvl4pPr>
            <a:lvl5pPr indent="-330200" lvl="4" marL="2286000" algn="l">
              <a:spcBef>
                <a:spcPts val="320"/>
              </a:spcBef>
              <a:spcAft>
                <a:spcPts val="0"/>
              </a:spcAft>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116" name="Google Shape;116;p24"/>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4"/>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showMasterSp="0" type="vertTitleAndTx">
  <p:cSld name="VERTICAL_TITLE_AND_VERTICAL_TEXT">
    <p:spTree>
      <p:nvGrpSpPr>
        <p:cNvPr id="119" name="Shape 119"/>
        <p:cNvGrpSpPr/>
        <p:nvPr/>
      </p:nvGrpSpPr>
      <p:grpSpPr>
        <a:xfrm>
          <a:off x="0" y="0"/>
          <a:ext cx="0" cy="0"/>
          <a:chOff x="0" y="0"/>
          <a:chExt cx="0" cy="0"/>
        </a:xfrm>
      </p:grpSpPr>
      <p:sp>
        <p:nvSpPr>
          <p:cNvPr id="120" name="Google Shape;120;p25"/>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121" name="Google Shape;121;p2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2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grpSp>
        <p:nvGrpSpPr>
          <p:cNvPr id="124" name="Google Shape;124;p25"/>
          <p:cNvGrpSpPr/>
          <p:nvPr/>
        </p:nvGrpSpPr>
        <p:grpSpPr>
          <a:xfrm>
            <a:off x="211665" y="714191"/>
            <a:ext cx="8723376" cy="1331580"/>
            <a:chOff x="-3905250" y="4294188"/>
            <a:chExt cx="13011150" cy="1892300"/>
          </a:xfrm>
        </p:grpSpPr>
        <p:sp>
          <p:nvSpPr>
            <p:cNvPr id="125" name="Google Shape;125;p25"/>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6" name="Google Shape;126;p25"/>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7" name="Google Shape;127;p25"/>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8" name="Google Shape;128;p25"/>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9" name="Google Shape;129;p25"/>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30" name="Google Shape;130;p25"/>
          <p:cNvSpPr txBox="1"/>
          <p:nvPr>
            <p:ph type="title"/>
          </p:nvPr>
        </p:nvSpPr>
        <p:spPr>
          <a:xfrm rot="5400000">
            <a:off x="5414434" y="2662767"/>
            <a:ext cx="448733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Candara"/>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25"/>
          <p:cNvSpPr txBox="1"/>
          <p:nvPr>
            <p:ph idx="1" type="body"/>
          </p:nvPr>
        </p:nvSpPr>
        <p:spPr>
          <a:xfrm rot="5400000">
            <a:off x="1223433" y="681567"/>
            <a:ext cx="4487334" cy="6019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accent1"/>
              </a:buClr>
              <a:buSzPts val="2400"/>
              <a:buChar char="*"/>
              <a:defRPr/>
            </a:lvl1pPr>
            <a:lvl2pPr indent="-368300" lvl="1" marL="914400" algn="l">
              <a:spcBef>
                <a:spcPts val="440"/>
              </a:spcBef>
              <a:spcAft>
                <a:spcPts val="0"/>
              </a:spcAft>
              <a:buClr>
                <a:schemeClr val="accent1"/>
              </a:buClr>
              <a:buSzPts val="2200"/>
              <a:buChar char="*"/>
              <a:defRPr/>
            </a:lvl2pPr>
            <a:lvl3pPr indent="-355600" lvl="2" marL="1371600" algn="l">
              <a:spcBef>
                <a:spcPts val="400"/>
              </a:spcBef>
              <a:spcAft>
                <a:spcPts val="0"/>
              </a:spcAft>
              <a:buClr>
                <a:schemeClr val="accent1"/>
              </a:buClr>
              <a:buSzPts val="2000"/>
              <a:buChar char="*"/>
              <a:defRPr/>
            </a:lvl3pPr>
            <a:lvl4pPr indent="-342900" lvl="3" marL="1828800" algn="l">
              <a:spcBef>
                <a:spcPts val="360"/>
              </a:spcBef>
              <a:spcAft>
                <a:spcPts val="0"/>
              </a:spcAft>
              <a:buClr>
                <a:schemeClr val="accent1"/>
              </a:buClr>
              <a:buSzPts val="1800"/>
              <a:buChar char="*"/>
              <a:defRPr/>
            </a:lvl4pPr>
            <a:lvl5pPr indent="-330200" lvl="4" marL="2286000" algn="l">
              <a:spcBef>
                <a:spcPts val="320"/>
              </a:spcBef>
              <a:spcAft>
                <a:spcPts val="0"/>
              </a:spcAft>
              <a:buClr>
                <a:schemeClr val="accent1"/>
              </a:buClr>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p:nvPr/>
        </p:nvSpPr>
        <p:spPr>
          <a:xfrm>
            <a:off x="228600" y="228600"/>
            <a:ext cx="8695944" cy="2468880"/>
          </a:xfrm>
          <a:prstGeom prst="roundRect">
            <a:avLst>
              <a:gd fmla="val 3362"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grpSp>
        <p:nvGrpSpPr>
          <p:cNvPr id="11" name="Google Shape;11;p14"/>
          <p:cNvGrpSpPr/>
          <p:nvPr/>
        </p:nvGrpSpPr>
        <p:grpSpPr>
          <a:xfrm>
            <a:off x="211665" y="1679429"/>
            <a:ext cx="8723376" cy="1329874"/>
            <a:chOff x="-3905251" y="4294188"/>
            <a:chExt cx="13027839" cy="1892300"/>
          </a:xfrm>
        </p:grpSpPr>
        <p:sp>
          <p:nvSpPr>
            <p:cNvPr id="12" name="Google Shape;12;p14"/>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8627"/>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3" name="Google Shape;13;p14"/>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4" name="Google Shape;14;p14"/>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5" name="Google Shape;15;p14"/>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6" name="Google Shape;16;p14"/>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7" name="Google Shape;17;p1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FFFFFF"/>
              </a:buClr>
              <a:buSzPts val="4400"/>
              <a:buFont typeface="Candara"/>
              <a:buNone/>
              <a:defRPr b="0" i="0" sz="4400" u="none" cap="none" strike="noStrike">
                <a:solidFill>
                  <a:srgbClr val="FFFFFF"/>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14"/>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19" name="Google Shape;19;p14"/>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20" name="Google Shape;20;p1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sz="1000" u="none">
                <a:solidFill>
                  <a:schemeClr val="dk2"/>
                </a:solidFill>
                <a:latin typeface="Candara"/>
                <a:ea typeface="Candara"/>
                <a:cs typeface="Candara"/>
                <a:sym typeface="Candara"/>
              </a:defRPr>
            </a:lvl1pPr>
            <a:lvl2pPr indent="0" lvl="1" marL="0" marR="0" rtl="0" algn="ctr">
              <a:spcBef>
                <a:spcPts val="0"/>
              </a:spcBef>
              <a:buNone/>
              <a:defRPr b="0" sz="1000" u="none">
                <a:solidFill>
                  <a:schemeClr val="dk2"/>
                </a:solidFill>
                <a:latin typeface="Candara"/>
                <a:ea typeface="Candara"/>
                <a:cs typeface="Candara"/>
                <a:sym typeface="Candara"/>
              </a:defRPr>
            </a:lvl2pPr>
            <a:lvl3pPr indent="0" lvl="2" marL="0" marR="0" rtl="0" algn="ctr">
              <a:spcBef>
                <a:spcPts val="0"/>
              </a:spcBef>
              <a:buNone/>
              <a:defRPr b="0" sz="1000" u="none">
                <a:solidFill>
                  <a:schemeClr val="dk2"/>
                </a:solidFill>
                <a:latin typeface="Candara"/>
                <a:ea typeface="Candara"/>
                <a:cs typeface="Candara"/>
                <a:sym typeface="Candara"/>
              </a:defRPr>
            </a:lvl3pPr>
            <a:lvl4pPr indent="0" lvl="3" marL="0" marR="0" rtl="0" algn="ctr">
              <a:spcBef>
                <a:spcPts val="0"/>
              </a:spcBef>
              <a:buNone/>
              <a:defRPr b="0" sz="1000" u="none">
                <a:solidFill>
                  <a:schemeClr val="dk2"/>
                </a:solidFill>
                <a:latin typeface="Candara"/>
                <a:ea typeface="Candara"/>
                <a:cs typeface="Candara"/>
                <a:sym typeface="Candara"/>
              </a:defRPr>
            </a:lvl4pPr>
            <a:lvl5pPr indent="0" lvl="4" marL="0" marR="0" rtl="0" algn="ctr">
              <a:spcBef>
                <a:spcPts val="0"/>
              </a:spcBef>
              <a:buNone/>
              <a:defRPr b="0" sz="1000" u="none">
                <a:solidFill>
                  <a:schemeClr val="dk2"/>
                </a:solidFill>
                <a:latin typeface="Candara"/>
                <a:ea typeface="Candara"/>
                <a:cs typeface="Candara"/>
                <a:sym typeface="Candara"/>
              </a:defRPr>
            </a:lvl5pPr>
            <a:lvl6pPr indent="0" lvl="5" marL="0" marR="0" rtl="0" algn="ctr">
              <a:spcBef>
                <a:spcPts val="0"/>
              </a:spcBef>
              <a:buNone/>
              <a:defRPr b="0" sz="1000" u="none">
                <a:solidFill>
                  <a:schemeClr val="dk2"/>
                </a:solidFill>
                <a:latin typeface="Candara"/>
                <a:ea typeface="Candara"/>
                <a:cs typeface="Candara"/>
                <a:sym typeface="Candara"/>
              </a:defRPr>
            </a:lvl6pPr>
            <a:lvl7pPr indent="0" lvl="6" marL="0" marR="0" rtl="0" algn="ctr">
              <a:spcBef>
                <a:spcPts val="0"/>
              </a:spcBef>
              <a:buNone/>
              <a:defRPr b="0" sz="1000" u="none">
                <a:solidFill>
                  <a:schemeClr val="dk2"/>
                </a:solidFill>
                <a:latin typeface="Candara"/>
                <a:ea typeface="Candara"/>
                <a:cs typeface="Candara"/>
                <a:sym typeface="Candara"/>
              </a:defRPr>
            </a:lvl7pPr>
            <a:lvl8pPr indent="0" lvl="7" marL="0" marR="0" rtl="0" algn="ctr">
              <a:spcBef>
                <a:spcPts val="0"/>
              </a:spcBef>
              <a:buNone/>
              <a:defRPr b="0" sz="1000" u="none">
                <a:solidFill>
                  <a:schemeClr val="dk2"/>
                </a:solidFill>
                <a:latin typeface="Candara"/>
                <a:ea typeface="Candara"/>
                <a:cs typeface="Candara"/>
                <a:sym typeface="Candara"/>
              </a:defRPr>
            </a:lvl8pPr>
            <a:lvl9pPr indent="0" lvl="8" marL="0" marR="0" rtl="0" algn="ctr">
              <a:spcBef>
                <a:spcPts val="0"/>
              </a:spcBef>
              <a:buNone/>
              <a:defRPr b="0" sz="1000" u="none">
                <a:solidFill>
                  <a:schemeClr val="dk2"/>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it-IT"/>
              <a:t>‹#›</a:t>
            </a:fld>
            <a:endParaRPr/>
          </a:p>
        </p:txBody>
      </p:sp>
      <p:sp>
        <p:nvSpPr>
          <p:cNvPr id="21" name="Google Shape;21;p14"/>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Candara"/>
                <a:ea typeface="Candara"/>
                <a:cs typeface="Candara"/>
                <a:sym typeface="Candara"/>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Candara"/>
                <a:ea typeface="Candara"/>
                <a:cs typeface="Candara"/>
                <a:sym typeface="Candara"/>
              </a:defRPr>
            </a:lvl2pPr>
            <a:lvl3pPr indent="-355600" lvl="2" marL="13716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Candara"/>
                <a:ea typeface="Candara"/>
                <a:cs typeface="Candara"/>
                <a:sym typeface="Candara"/>
              </a:defRPr>
            </a:lvl3pPr>
            <a:lvl4pPr indent="-342900" lvl="3" marL="1828800" marR="0" rtl="0" algn="l">
              <a:spcBef>
                <a:spcPts val="360"/>
              </a:spcBef>
              <a:spcAft>
                <a:spcPts val="0"/>
              </a:spcAft>
              <a:buClr>
                <a:schemeClr val="accent1"/>
              </a:buClr>
              <a:buSzPts val="1800"/>
              <a:buFont typeface="Noto Sans Symbols"/>
              <a:buChar char="*"/>
              <a:defRPr b="0" i="0" sz="1800" u="none" cap="none" strike="noStrike">
                <a:solidFill>
                  <a:schemeClr val="dk2"/>
                </a:solidFill>
                <a:latin typeface="Candara"/>
                <a:ea typeface="Candara"/>
                <a:cs typeface="Candara"/>
                <a:sym typeface="Candara"/>
              </a:defRPr>
            </a:lvl4pPr>
            <a:lvl5pPr indent="-330200" lvl="4" marL="2286000" marR="0" rtl="0" algn="l">
              <a:spcBef>
                <a:spcPts val="320"/>
              </a:spcBef>
              <a:spcAft>
                <a:spcPts val="0"/>
              </a:spcAft>
              <a:buClr>
                <a:schemeClr val="accent1"/>
              </a:buClr>
              <a:buSzPts val="1600"/>
              <a:buFont typeface="Noto Sans Symbols"/>
              <a:buChar char="*"/>
              <a:defRPr b="0" i="0" sz="1600" u="none" cap="none" strike="noStrike">
                <a:solidFill>
                  <a:schemeClr val="dk2"/>
                </a:solidFill>
                <a:latin typeface="Candara"/>
                <a:ea typeface="Candara"/>
                <a:cs typeface="Candara"/>
                <a:sym typeface="Candara"/>
              </a:defRPr>
            </a:lvl5pPr>
            <a:lvl6pPr indent="-317500" lvl="5" marL="27432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6pPr>
            <a:lvl7pPr indent="-317500" lvl="6" marL="32004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7pPr>
            <a:lvl8pPr indent="-317500" lvl="7" marL="36576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8pPr>
            <a:lvl9pPr indent="-317500" lvl="8" marL="41148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Java – sintassi base</a:t>
            </a:r>
            <a:endParaRPr/>
          </a:p>
        </p:txBody>
      </p:sp>
      <p:sp>
        <p:nvSpPr>
          <p:cNvPr id="137" name="Google Shape;137;p1"/>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000"/>
              <a:buNone/>
            </a:pPr>
            <a:r>
              <a:rPr lang="it-IT"/>
              <a:t>(terza parte)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100000"/>
              <a:buChar char="*"/>
            </a:pPr>
            <a:r>
              <a:rPr lang="it-IT"/>
              <a:t>Una funzione, in un qualsiasi linguaggio di programmazione, è costituita da un blocco di istruzioni che verranno eseguite ogni volta che un codice, detto «chiamante», invoca/richiama la funzione</a:t>
            </a:r>
            <a:endParaRPr/>
          </a:p>
          <a:p>
            <a:pPr indent="-274320" lvl="0" marL="274320" rtl="0" algn="l">
              <a:spcBef>
                <a:spcPts val="408"/>
              </a:spcBef>
              <a:spcAft>
                <a:spcPts val="0"/>
              </a:spcAft>
              <a:buSzPct val="100000"/>
              <a:buChar char="*"/>
            </a:pPr>
            <a:r>
              <a:rPr lang="it-IT"/>
              <a:t>Generalmente una funzione viene scritta quando il blocco di istruzioni in essa contenute è un blocco di istruzioni chiamate ripetutamente nel programma</a:t>
            </a:r>
            <a:endParaRPr/>
          </a:p>
          <a:p>
            <a:pPr indent="-274320" lvl="0" marL="274320" rtl="0" algn="l">
              <a:spcBef>
                <a:spcPts val="408"/>
              </a:spcBef>
              <a:spcAft>
                <a:spcPts val="0"/>
              </a:spcAft>
              <a:buSzPct val="100000"/>
              <a:buChar char="*"/>
            </a:pPr>
            <a:r>
              <a:rPr lang="it-IT"/>
              <a:t>La funzione può ricevere dati in ingresso dal codice chiamante e/o può restituire dati in uscita al codice chiamante</a:t>
            </a:r>
            <a:endParaRPr/>
          </a:p>
          <a:p>
            <a:pPr indent="-274320" lvl="0" marL="274320" rtl="0" algn="l">
              <a:spcBef>
                <a:spcPts val="408"/>
              </a:spcBef>
              <a:spcAft>
                <a:spcPts val="0"/>
              </a:spcAft>
              <a:buSzPct val="100000"/>
              <a:buChar char="*"/>
            </a:pPr>
            <a:r>
              <a:rPr lang="it-IT"/>
              <a:t>In un qualsiasi linguaggio di programmazione esiste la differenza tra dichiarazione ed invocazione di una funzione</a:t>
            </a:r>
            <a:endParaRPr/>
          </a:p>
          <a:p>
            <a:pPr indent="-274320" lvl="0" marL="274320" rtl="0" algn="l">
              <a:spcBef>
                <a:spcPts val="408"/>
              </a:spcBef>
              <a:spcAft>
                <a:spcPts val="0"/>
              </a:spcAft>
              <a:buSzPct val="100000"/>
              <a:buChar char="*"/>
            </a:pPr>
            <a:r>
              <a:rPr lang="it-IT"/>
              <a:t>Le funzioni in Java prendono il nome di «metodi» e vengono dichiarate all’interno della definizione di una classe (ne parleremo più avanti)</a:t>
            </a:r>
            <a:endParaRPr/>
          </a:p>
          <a:p>
            <a:pPr indent="-144780" lvl="0" marL="274320" rtl="0" algn="l">
              <a:spcBef>
                <a:spcPts val="408"/>
              </a:spcBef>
              <a:spcAft>
                <a:spcPts val="0"/>
              </a:spcAft>
              <a:buSzPct val="100000"/>
              <a:buNone/>
            </a:pPr>
            <a:r>
              <a:t/>
            </a:r>
            <a:endParaRPr/>
          </a:p>
          <a:p>
            <a:pPr indent="-155575" lvl="1" marL="576263" rtl="0" algn="l">
              <a:spcBef>
                <a:spcPts val="374"/>
              </a:spcBef>
              <a:spcAft>
                <a:spcPts val="0"/>
              </a:spcAft>
              <a:buSzPct val="100000"/>
              <a:buNone/>
            </a:pPr>
            <a:r>
              <a:t/>
            </a:r>
            <a:endParaRPr/>
          </a:p>
          <a:p>
            <a:pPr indent="-144780" lvl="0" marL="274320" rtl="0" algn="l">
              <a:spcBef>
                <a:spcPts val="408"/>
              </a:spcBef>
              <a:spcAft>
                <a:spcPts val="0"/>
              </a:spcAft>
              <a:buSzPct val="100000"/>
              <a:buNone/>
            </a:pPr>
            <a:r>
              <a:t/>
            </a:r>
            <a:endParaRPr/>
          </a:p>
        </p:txBody>
      </p:sp>
      <p:sp>
        <p:nvSpPr>
          <p:cNvPr id="143" name="Google Shape;143;p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44" name="Google Shape;144;p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Funzioni/metodi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100000"/>
              <a:buChar char="*"/>
            </a:pPr>
            <a:r>
              <a:rPr lang="it-IT"/>
              <a:t>La definizione di un metodo è costituita da </a:t>
            </a:r>
            <a:r>
              <a:rPr b="1" lang="it-IT"/>
              <a:t>intestazione</a:t>
            </a:r>
            <a:r>
              <a:rPr lang="it-IT"/>
              <a:t> e </a:t>
            </a:r>
            <a:r>
              <a:rPr b="1" lang="it-IT"/>
              <a:t>corpo</a:t>
            </a:r>
            <a:r>
              <a:rPr lang="it-IT"/>
              <a:t>:</a:t>
            </a:r>
            <a:endParaRPr/>
          </a:p>
          <a:p>
            <a:pPr indent="-274320" lvl="1" marL="576263" rtl="0" algn="l">
              <a:spcBef>
                <a:spcPts val="374"/>
              </a:spcBef>
              <a:spcAft>
                <a:spcPts val="0"/>
              </a:spcAft>
              <a:buSzPct val="100000"/>
              <a:buChar char="*"/>
            </a:pPr>
            <a:r>
              <a:rPr lang="it-IT"/>
              <a:t>intestazione o «firma» che specifica:</a:t>
            </a:r>
            <a:endParaRPr/>
          </a:p>
          <a:p>
            <a:pPr indent="-228600" lvl="2" marL="855663" rtl="0" algn="l">
              <a:spcBef>
                <a:spcPts val="340"/>
              </a:spcBef>
              <a:spcAft>
                <a:spcPts val="0"/>
              </a:spcAft>
              <a:buSzPct val="100000"/>
              <a:buChar char="*"/>
            </a:pPr>
            <a:r>
              <a:rPr lang="it-IT"/>
              <a:t>il nome del metodo</a:t>
            </a:r>
            <a:endParaRPr/>
          </a:p>
          <a:p>
            <a:pPr indent="-228600" lvl="2" marL="855663" rtl="0" algn="l">
              <a:spcBef>
                <a:spcPts val="340"/>
              </a:spcBef>
              <a:spcAft>
                <a:spcPts val="0"/>
              </a:spcAft>
              <a:buSzPct val="100000"/>
              <a:buChar char="*"/>
            </a:pPr>
            <a:r>
              <a:rPr lang="it-IT"/>
              <a:t>gli eventuali parametri di ingresso (per ciascuno andrà specificato il tipo ed il nome; se sono presenti più parametri vanno separati tramite la virgola «,»)</a:t>
            </a:r>
            <a:endParaRPr/>
          </a:p>
          <a:p>
            <a:pPr indent="-228600" lvl="2" marL="855663" rtl="0" algn="l">
              <a:spcBef>
                <a:spcPts val="340"/>
              </a:spcBef>
              <a:spcAft>
                <a:spcPts val="0"/>
              </a:spcAft>
              <a:buSzPct val="100000"/>
              <a:buChar char="*"/>
            </a:pPr>
            <a:r>
              <a:rPr lang="it-IT"/>
              <a:t>l’eventuale parametro di uscita: in Java un metodo può ritornare al chiamante un unico valore; per il parametro di uscita va specificato solo il tipo. Se il metodo non ritorna valori, il tipo da usare è </a:t>
            </a:r>
            <a:r>
              <a:rPr b="1" lang="it-IT"/>
              <a:t>void</a:t>
            </a:r>
            <a:endParaRPr/>
          </a:p>
          <a:p>
            <a:pPr indent="-274320" lvl="1" marL="576263" rtl="0" algn="l">
              <a:spcBef>
                <a:spcPts val="374"/>
              </a:spcBef>
              <a:spcAft>
                <a:spcPts val="0"/>
              </a:spcAft>
              <a:buSzPct val="100000"/>
              <a:buChar char="*"/>
            </a:pPr>
            <a:r>
              <a:rPr lang="it-IT"/>
              <a:t>I parametri di ingresso e uscita di un metodo sono detti «parametri formali» del metodo</a:t>
            </a:r>
            <a:endParaRPr/>
          </a:p>
          <a:p>
            <a:pPr indent="-274320" lvl="1" marL="576263" rtl="0" algn="l">
              <a:spcBef>
                <a:spcPts val="374"/>
              </a:spcBef>
              <a:spcAft>
                <a:spcPts val="0"/>
              </a:spcAft>
              <a:buSzPct val="100000"/>
              <a:buChar char="*"/>
            </a:pPr>
            <a:r>
              <a:rPr lang="it-IT"/>
              <a:t>Esempi di firma: </a:t>
            </a:r>
            <a:endParaRPr/>
          </a:p>
          <a:p>
            <a:pPr indent="-228600" lvl="2" marL="855663" rtl="0" algn="l">
              <a:spcBef>
                <a:spcPts val="340"/>
              </a:spcBef>
              <a:spcAft>
                <a:spcPts val="0"/>
              </a:spcAft>
              <a:buSzPct val="100000"/>
              <a:buChar char="*"/>
            </a:pPr>
            <a:r>
              <a:rPr i="1" lang="it-IT"/>
              <a:t>String metodo1() // senza parametri di ingresso; ritorna una String</a:t>
            </a:r>
            <a:endParaRPr i="1"/>
          </a:p>
          <a:p>
            <a:pPr indent="-228600" lvl="2" marL="855663" rtl="0" algn="l">
              <a:spcBef>
                <a:spcPts val="340"/>
              </a:spcBef>
              <a:spcAft>
                <a:spcPts val="0"/>
              </a:spcAft>
              <a:buSzPct val="100000"/>
              <a:buChar char="*"/>
            </a:pPr>
            <a:r>
              <a:rPr i="1" lang="it-IT"/>
              <a:t>void metodo2(String a,int b) // una String e un int in ingresso; non ritorna nulla</a:t>
            </a:r>
            <a:endParaRPr/>
          </a:p>
          <a:p>
            <a:pPr indent="-228600" lvl="2" marL="855663" rtl="0" algn="l">
              <a:spcBef>
                <a:spcPts val="340"/>
              </a:spcBef>
              <a:spcAft>
                <a:spcPts val="0"/>
              </a:spcAft>
              <a:buSzPct val="100000"/>
              <a:buChar char="*"/>
            </a:pPr>
            <a:r>
              <a:rPr i="1" lang="it-IT"/>
              <a:t>int metodo3(char c, boolean b, int x) // un char, un boolean ed u int in ingresso; ritorna un int</a:t>
            </a:r>
            <a:endParaRPr i="1"/>
          </a:p>
        </p:txBody>
      </p:sp>
      <p:sp>
        <p:nvSpPr>
          <p:cNvPr id="150" name="Google Shape;150;p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1" name="Google Shape;151;p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Firma di un metodo</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Autofit/>
          </a:bodyPr>
          <a:lstStyle/>
          <a:p>
            <a:pPr indent="-274320" lvl="1" marL="274320" rtl="0" algn="l">
              <a:spcBef>
                <a:spcPts val="0"/>
              </a:spcBef>
              <a:spcAft>
                <a:spcPts val="0"/>
              </a:spcAft>
              <a:buSzPts val="1600"/>
              <a:buChar char="*"/>
            </a:pPr>
            <a:r>
              <a:rPr lang="it-IT" sz="1600"/>
              <a:t>Il corpo contiene il blocco di istruzioni che verranno eseguite quando il metodo verrà invocato</a:t>
            </a:r>
            <a:endParaRPr/>
          </a:p>
          <a:p>
            <a:pPr indent="-274320" lvl="1" marL="274320" rtl="0" algn="l">
              <a:spcBef>
                <a:spcPts val="320"/>
              </a:spcBef>
              <a:spcAft>
                <a:spcPts val="0"/>
              </a:spcAft>
              <a:buSzPts val="1600"/>
              <a:buChar char="*"/>
            </a:pPr>
            <a:r>
              <a:rPr lang="it-IT" sz="1600"/>
              <a:t>Il blocco di istruzioni deve essere contenuto all’interno delle parentesi graffe</a:t>
            </a:r>
            <a:endParaRPr/>
          </a:p>
          <a:p>
            <a:pPr indent="-274320" lvl="1" marL="274320" rtl="0" algn="l">
              <a:spcBef>
                <a:spcPts val="320"/>
              </a:spcBef>
              <a:spcAft>
                <a:spcPts val="0"/>
              </a:spcAft>
              <a:buSzPts val="1600"/>
              <a:buChar char="*"/>
            </a:pPr>
            <a:r>
              <a:rPr lang="it-IT" sz="1600"/>
              <a:t>se il metodo ha un parametro di uscita, il corpo si deve chiudere con la parole chiave «return» seguita da una variabile del tipo del parametro di uscita. Se il metodo è «void», non ci deve essere l’istruzione return</a:t>
            </a:r>
            <a:endParaRPr sz="1600"/>
          </a:p>
          <a:p>
            <a:pPr indent="-274320" lvl="1" marL="274320" rtl="0" algn="l">
              <a:spcBef>
                <a:spcPts val="320"/>
              </a:spcBef>
              <a:spcAft>
                <a:spcPts val="0"/>
              </a:spcAft>
              <a:buSzPts val="1600"/>
              <a:buChar char="*"/>
            </a:pPr>
            <a:r>
              <a:rPr lang="it-IT" sz="1600"/>
              <a:t>Esempio di corpo di un metodo «void»:</a:t>
            </a:r>
            <a:endParaRPr/>
          </a:p>
          <a:p>
            <a:pPr indent="0" lvl="2" marL="325120" rtl="0" algn="l">
              <a:spcBef>
                <a:spcPts val="320"/>
              </a:spcBef>
              <a:spcAft>
                <a:spcPts val="0"/>
              </a:spcAft>
              <a:buSzPts val="1600"/>
              <a:buNone/>
            </a:pPr>
            <a:r>
              <a:rPr i="1" lang="it-IT" sz="1600"/>
              <a:t>{</a:t>
            </a:r>
            <a:endParaRPr/>
          </a:p>
          <a:p>
            <a:pPr indent="0" lvl="3" marL="612457" rtl="0" algn="l">
              <a:spcBef>
                <a:spcPts val="320"/>
              </a:spcBef>
              <a:spcAft>
                <a:spcPts val="0"/>
              </a:spcAft>
              <a:buSzPts val="1600"/>
              <a:buNone/>
            </a:pPr>
            <a:r>
              <a:rPr i="1" lang="it-IT" sz="1600"/>
              <a:t>int x = 3*5;</a:t>
            </a:r>
            <a:endParaRPr/>
          </a:p>
          <a:p>
            <a:pPr indent="0" lvl="3" marL="612457" rtl="0" algn="l">
              <a:spcBef>
                <a:spcPts val="320"/>
              </a:spcBef>
              <a:spcAft>
                <a:spcPts val="0"/>
              </a:spcAft>
              <a:buSzPts val="1600"/>
              <a:buNone/>
            </a:pPr>
            <a:r>
              <a:rPr i="1" lang="it-IT" sz="1600"/>
              <a:t>System.out.println(" Il valore di x è :" + x);</a:t>
            </a:r>
            <a:endParaRPr/>
          </a:p>
          <a:p>
            <a:pPr indent="0" lvl="2" marL="325120" rtl="0" algn="l">
              <a:spcBef>
                <a:spcPts val="320"/>
              </a:spcBef>
              <a:spcAft>
                <a:spcPts val="0"/>
              </a:spcAft>
              <a:buSzPts val="1600"/>
              <a:buNone/>
            </a:pPr>
            <a:r>
              <a:rPr i="1" lang="it-IT" sz="1600"/>
              <a:t>}</a:t>
            </a:r>
            <a:endParaRPr/>
          </a:p>
          <a:p>
            <a:pPr indent="-274320" lvl="1" marL="274320" rtl="0" algn="l">
              <a:spcBef>
                <a:spcPts val="320"/>
              </a:spcBef>
              <a:spcAft>
                <a:spcPts val="0"/>
              </a:spcAft>
              <a:buSzPts val="1600"/>
              <a:buChar char="*"/>
            </a:pPr>
            <a:r>
              <a:rPr lang="it-IT" sz="1600"/>
              <a:t>Esempio di corpo di un metodo che ritorna un </a:t>
            </a:r>
            <a:r>
              <a:rPr i="1" lang="it-IT" sz="1600"/>
              <a:t>int</a:t>
            </a:r>
            <a:r>
              <a:rPr lang="it-IT" sz="1600"/>
              <a:t>:</a:t>
            </a:r>
            <a:endParaRPr sz="1600"/>
          </a:p>
          <a:p>
            <a:pPr indent="0" lvl="2" marL="325120" rtl="0" algn="l">
              <a:spcBef>
                <a:spcPts val="320"/>
              </a:spcBef>
              <a:spcAft>
                <a:spcPts val="0"/>
              </a:spcAft>
              <a:buSzPts val="1600"/>
              <a:buNone/>
            </a:pPr>
            <a:r>
              <a:rPr i="1" lang="it-IT" sz="1600"/>
              <a:t>{</a:t>
            </a:r>
            <a:endParaRPr/>
          </a:p>
          <a:p>
            <a:pPr indent="0" lvl="3" marL="612457" rtl="0" algn="l">
              <a:spcBef>
                <a:spcPts val="320"/>
              </a:spcBef>
              <a:spcAft>
                <a:spcPts val="0"/>
              </a:spcAft>
              <a:buSzPts val="1600"/>
              <a:buNone/>
            </a:pPr>
            <a:r>
              <a:rPr i="1" lang="it-IT" sz="1600"/>
              <a:t>int x = 3*5;</a:t>
            </a:r>
            <a:endParaRPr/>
          </a:p>
          <a:p>
            <a:pPr indent="0" lvl="3" marL="612457" rtl="0" algn="l">
              <a:spcBef>
                <a:spcPts val="320"/>
              </a:spcBef>
              <a:spcAft>
                <a:spcPts val="0"/>
              </a:spcAft>
              <a:buSzPts val="1600"/>
              <a:buNone/>
            </a:pPr>
            <a:r>
              <a:rPr i="1" lang="it-IT" sz="1600"/>
              <a:t>System.out.println(" Il valore di x è :" + x);</a:t>
            </a:r>
            <a:endParaRPr/>
          </a:p>
          <a:p>
            <a:pPr indent="0" lvl="3" marL="612457" rtl="0" algn="l">
              <a:spcBef>
                <a:spcPts val="320"/>
              </a:spcBef>
              <a:spcAft>
                <a:spcPts val="0"/>
              </a:spcAft>
              <a:buSzPts val="1600"/>
              <a:buNone/>
            </a:pPr>
            <a:r>
              <a:rPr i="1" lang="it-IT" sz="1600"/>
              <a:t>return x;</a:t>
            </a:r>
            <a:endParaRPr i="1" sz="1600"/>
          </a:p>
          <a:p>
            <a:pPr indent="0" lvl="2" marL="325120" rtl="0" algn="l">
              <a:spcBef>
                <a:spcPts val="320"/>
              </a:spcBef>
              <a:spcAft>
                <a:spcPts val="0"/>
              </a:spcAft>
              <a:buSzPts val="1600"/>
              <a:buNone/>
            </a:pPr>
            <a:r>
              <a:rPr i="1" lang="it-IT" sz="1600"/>
              <a:t>}</a:t>
            </a:r>
            <a:endParaRPr sz="1600"/>
          </a:p>
        </p:txBody>
      </p:sp>
      <p:sp>
        <p:nvSpPr>
          <p:cNvPr id="157" name="Google Shape;157;p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8" name="Google Shape;158;p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Corpo di un metodo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Quando il codice chiamante invocherà un metodo, avverrà la sostituzione tra i parametri formali ed i parametri effettivi, ovvero i valori effettivi usati dal codice chiamante</a:t>
            </a:r>
            <a:endParaRPr/>
          </a:p>
          <a:p>
            <a:pPr indent="-274320" lvl="0" marL="274320" rtl="0" algn="l">
              <a:spcBef>
                <a:spcPts val="480"/>
              </a:spcBef>
              <a:spcAft>
                <a:spcPts val="0"/>
              </a:spcAft>
              <a:buSzPts val="2400"/>
              <a:buChar char="*"/>
            </a:pPr>
            <a:r>
              <a:rPr lang="it-IT"/>
              <a:t>Es.: </a:t>
            </a:r>
            <a:endParaRPr/>
          </a:p>
          <a:p>
            <a:pPr indent="-274320" lvl="0" marL="274320" rtl="0" algn="l">
              <a:spcBef>
                <a:spcPts val="480"/>
              </a:spcBef>
              <a:spcAft>
                <a:spcPts val="0"/>
              </a:spcAft>
              <a:buSzPts val="2400"/>
              <a:buChar char="*"/>
            </a:pPr>
            <a:r>
              <a:rPr lang="it-IT"/>
              <a:t>definzione -&gt; </a:t>
            </a:r>
            <a:r>
              <a:rPr i="1" lang="it-IT" sz="1800"/>
              <a:t>int metodo1(int a,int b) {</a:t>
            </a:r>
            <a:endParaRPr/>
          </a:p>
          <a:p>
            <a:pPr indent="0" lvl="3" marL="914400" rtl="0" algn="l">
              <a:spcBef>
                <a:spcPts val="360"/>
              </a:spcBef>
              <a:spcAft>
                <a:spcPts val="0"/>
              </a:spcAft>
              <a:buSzPts val="1800"/>
              <a:buNone/>
            </a:pPr>
            <a:r>
              <a:rPr i="1" lang="it-IT"/>
              <a:t>		return a+b;</a:t>
            </a:r>
            <a:endParaRPr/>
          </a:p>
          <a:p>
            <a:pPr indent="0" lvl="3" marL="914400" rtl="0" algn="l">
              <a:spcBef>
                <a:spcPts val="360"/>
              </a:spcBef>
              <a:spcAft>
                <a:spcPts val="0"/>
              </a:spcAft>
              <a:buSzPts val="1800"/>
              <a:buNone/>
            </a:pPr>
            <a:r>
              <a:rPr i="1" lang="it-IT"/>
              <a:t>	    }</a:t>
            </a:r>
            <a:endParaRPr/>
          </a:p>
          <a:p>
            <a:pPr indent="-274320" lvl="0" marL="274320" rtl="0" algn="l">
              <a:spcBef>
                <a:spcPts val="480"/>
              </a:spcBef>
              <a:spcAft>
                <a:spcPts val="0"/>
              </a:spcAft>
              <a:buSzPts val="2400"/>
              <a:buChar char="*"/>
            </a:pPr>
            <a:r>
              <a:rPr lang="it-IT"/>
              <a:t>invocazione -&gt; </a:t>
            </a:r>
            <a:r>
              <a:rPr i="1" lang="it-IT" sz="1800"/>
              <a:t>int x;</a:t>
            </a:r>
            <a:endParaRPr/>
          </a:p>
          <a:p>
            <a:pPr indent="0" lvl="0" marL="0" rtl="0" algn="l">
              <a:spcBef>
                <a:spcPts val="360"/>
              </a:spcBef>
              <a:spcAft>
                <a:spcPts val="0"/>
              </a:spcAft>
              <a:buSzPts val="1800"/>
              <a:buNone/>
            </a:pPr>
            <a:r>
              <a:rPr i="1" lang="it-IT" sz="1800"/>
              <a:t>		       x = metodo1(3,5);</a:t>
            </a:r>
            <a:endParaRPr/>
          </a:p>
        </p:txBody>
      </p:sp>
      <p:sp>
        <p:nvSpPr>
          <p:cNvPr id="164" name="Google Shape;164;p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65" name="Google Shape;165;p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Invocazione di un metodo</a:t>
            </a:r>
            <a:br>
              <a:rPr lang="it-IT"/>
            </a:br>
            <a:r>
              <a:rPr lang="it-IT"/>
              <a:t>(all’interno della stessa classe)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idx="1" type="body"/>
          </p:nvPr>
        </p:nvSpPr>
        <p:spPr>
          <a:xfrm>
            <a:off x="872067" y="2276872"/>
            <a:ext cx="7408333" cy="384929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Supponiamo ad es. di voler creare un metodo che dati due numeri interi:</a:t>
            </a:r>
            <a:endParaRPr/>
          </a:p>
          <a:p>
            <a:pPr indent="-274319" lvl="1" marL="576263" rtl="0" algn="l">
              <a:spcBef>
                <a:spcPts val="440"/>
              </a:spcBef>
              <a:spcAft>
                <a:spcPts val="0"/>
              </a:spcAft>
              <a:buSzPts val="2200"/>
              <a:buChar char="*"/>
            </a:pPr>
            <a:r>
              <a:rPr lang="it-IT"/>
              <a:t>faccia una stampa a console/video dei due numeri</a:t>
            </a:r>
            <a:endParaRPr/>
          </a:p>
          <a:p>
            <a:pPr indent="-274319" lvl="1" marL="576263" rtl="0" algn="l">
              <a:spcBef>
                <a:spcPts val="440"/>
              </a:spcBef>
              <a:spcAft>
                <a:spcPts val="0"/>
              </a:spcAft>
              <a:buSzPts val="2200"/>
              <a:buChar char="*"/>
            </a:pPr>
            <a:r>
              <a:rPr lang="it-IT"/>
              <a:t>esegua la somma, salvando il risultato in una nuova variabile</a:t>
            </a:r>
            <a:endParaRPr/>
          </a:p>
          <a:p>
            <a:pPr indent="-274319" lvl="1" marL="576263" rtl="0" algn="l">
              <a:spcBef>
                <a:spcPts val="440"/>
              </a:spcBef>
              <a:spcAft>
                <a:spcPts val="0"/>
              </a:spcAft>
              <a:buSzPts val="2200"/>
              <a:buChar char="*"/>
            </a:pPr>
            <a:r>
              <a:rPr lang="it-IT"/>
              <a:t>stampi a console/video il risultato della somma</a:t>
            </a:r>
            <a:endParaRPr/>
          </a:p>
          <a:p>
            <a:pPr indent="-274319" lvl="1" marL="576263" rtl="0" algn="l">
              <a:spcBef>
                <a:spcPts val="440"/>
              </a:spcBef>
              <a:spcAft>
                <a:spcPts val="0"/>
              </a:spcAft>
              <a:buSzPts val="2200"/>
              <a:buChar char="*"/>
            </a:pPr>
            <a:r>
              <a:rPr lang="it-IT"/>
              <a:t>restituisca al codice chiamante il risultato della somma</a:t>
            </a:r>
            <a:endParaRPr/>
          </a:p>
          <a:p>
            <a:pPr indent="-121920" lvl="0" marL="274320" rtl="0" algn="l">
              <a:spcBef>
                <a:spcPts val="480"/>
              </a:spcBef>
              <a:spcAft>
                <a:spcPts val="0"/>
              </a:spcAft>
              <a:buSzPts val="2400"/>
              <a:buNone/>
            </a:pPr>
            <a:r>
              <a:t/>
            </a:r>
            <a:endParaRPr/>
          </a:p>
        </p:txBody>
      </p:sp>
      <p:sp>
        <p:nvSpPr>
          <p:cNvPr id="171" name="Google Shape;171;p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2" name="Google Shape;172;p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Esempio di metodo (1/2)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txBox="1"/>
          <p:nvPr>
            <p:ph idx="1" type="body"/>
          </p:nvPr>
        </p:nvSpPr>
        <p:spPr>
          <a:xfrm>
            <a:off x="872067" y="2276872"/>
            <a:ext cx="7408333" cy="384929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Dichiarazione del metodo:</a:t>
            </a:r>
            <a:endParaRPr/>
          </a:p>
          <a:p>
            <a:pPr indent="0" lvl="2" marL="581343" rtl="0" algn="l">
              <a:spcBef>
                <a:spcPts val="400"/>
              </a:spcBef>
              <a:spcAft>
                <a:spcPts val="0"/>
              </a:spcAft>
              <a:buSzPts val="2000"/>
              <a:buNone/>
            </a:pPr>
            <a:r>
              <a:rPr i="1" lang="it-IT"/>
              <a:t>int somma(int x, int y) {</a:t>
            </a:r>
            <a:endParaRPr/>
          </a:p>
          <a:p>
            <a:pPr indent="0" lvl="3" marL="914400" rtl="0" algn="l">
              <a:spcBef>
                <a:spcPts val="360"/>
              </a:spcBef>
              <a:spcAft>
                <a:spcPts val="0"/>
              </a:spcAft>
              <a:buSzPts val="1800"/>
              <a:buNone/>
            </a:pPr>
            <a:r>
              <a:rPr i="1" lang="it-IT"/>
              <a:t>System.out.println(" ricevuti in ingresso " + x + " e " + y);</a:t>
            </a:r>
            <a:endParaRPr/>
          </a:p>
          <a:p>
            <a:pPr indent="0" lvl="3" marL="914400" rtl="0" algn="l">
              <a:spcBef>
                <a:spcPts val="360"/>
              </a:spcBef>
              <a:spcAft>
                <a:spcPts val="0"/>
              </a:spcAft>
              <a:buSzPts val="1800"/>
              <a:buNone/>
            </a:pPr>
            <a:r>
              <a:rPr i="1" lang="it-IT"/>
              <a:t>int z = x + y;</a:t>
            </a:r>
            <a:endParaRPr/>
          </a:p>
          <a:p>
            <a:pPr indent="0" lvl="3" marL="914400" rtl="0" algn="l">
              <a:spcBef>
                <a:spcPts val="360"/>
              </a:spcBef>
              <a:spcAft>
                <a:spcPts val="0"/>
              </a:spcAft>
              <a:buSzPts val="1800"/>
              <a:buNone/>
            </a:pPr>
            <a:r>
              <a:rPr i="1" lang="it-IT"/>
              <a:t>System.out.println(" il risultato è " + z);</a:t>
            </a:r>
            <a:endParaRPr i="1"/>
          </a:p>
          <a:p>
            <a:pPr indent="0" lvl="3" marL="914400" rtl="0" algn="l">
              <a:spcBef>
                <a:spcPts val="360"/>
              </a:spcBef>
              <a:spcAft>
                <a:spcPts val="0"/>
              </a:spcAft>
              <a:buSzPts val="1800"/>
              <a:buNone/>
            </a:pPr>
            <a:r>
              <a:rPr i="1" lang="it-IT"/>
              <a:t>return z;</a:t>
            </a:r>
            <a:endParaRPr/>
          </a:p>
          <a:p>
            <a:pPr indent="0" lvl="2" marL="627063" rtl="0" algn="l">
              <a:spcBef>
                <a:spcPts val="400"/>
              </a:spcBef>
              <a:spcAft>
                <a:spcPts val="0"/>
              </a:spcAft>
              <a:buSzPts val="2000"/>
              <a:buNone/>
            </a:pPr>
            <a:r>
              <a:rPr i="1" lang="it-IT"/>
              <a:t>}</a:t>
            </a:r>
            <a:endParaRPr/>
          </a:p>
          <a:p>
            <a:pPr indent="-274320" lvl="0" marL="274320" rtl="0" algn="l">
              <a:spcBef>
                <a:spcPts val="480"/>
              </a:spcBef>
              <a:spcAft>
                <a:spcPts val="0"/>
              </a:spcAft>
              <a:buSzPts val="2400"/>
              <a:buChar char="*"/>
            </a:pPr>
            <a:r>
              <a:rPr lang="it-IT"/>
              <a:t>Invocazione del metodo:</a:t>
            </a:r>
            <a:endParaRPr/>
          </a:p>
          <a:p>
            <a:pPr indent="0" lvl="2" marL="581343" rtl="0" algn="l">
              <a:spcBef>
                <a:spcPts val="400"/>
              </a:spcBef>
              <a:spcAft>
                <a:spcPts val="0"/>
              </a:spcAft>
              <a:buSzPts val="2000"/>
              <a:buNone/>
            </a:pPr>
            <a:r>
              <a:rPr i="1" lang="it-IT"/>
              <a:t>int a = somma(1,2);</a:t>
            </a:r>
            <a:r>
              <a:rPr lang="it-IT"/>
              <a:t>			</a:t>
            </a:r>
            <a:r>
              <a:rPr i="1" lang="it-IT"/>
              <a:t>	 </a:t>
            </a:r>
            <a:endParaRPr i="1"/>
          </a:p>
        </p:txBody>
      </p:sp>
      <p:sp>
        <p:nvSpPr>
          <p:cNvPr id="178" name="Google Shape;178;p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9" name="Google Shape;179;p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Esempio di metodo (2/2)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100000"/>
              <a:buChar char="*"/>
            </a:pPr>
            <a:r>
              <a:rPr lang="it-IT"/>
              <a:t>La “zona” di codice in cui una variabile è visibile (condizione necessaria affinchè sia utilizzabile) prende il  nome di </a:t>
            </a:r>
            <a:r>
              <a:rPr b="1" lang="it-IT"/>
              <a:t>scope</a:t>
            </a:r>
            <a:endParaRPr/>
          </a:p>
          <a:p>
            <a:pPr indent="-274320" lvl="0" marL="274320" rtl="0" algn="l">
              <a:spcBef>
                <a:spcPts val="444"/>
              </a:spcBef>
              <a:spcAft>
                <a:spcPts val="0"/>
              </a:spcAft>
              <a:buSzPct val="100000"/>
              <a:buChar char="*"/>
            </a:pPr>
            <a:r>
              <a:rPr lang="it-IT"/>
              <a:t>Perché una variabile sia effettivamente utilizzabile in un determinato blocco di codice occorre che sia visibile (condizione necessaria ma non sufficiente) e il blocco di codice abbia anche i permessi, o privilegi, per accedere alla variabile. Come vedremo più avanti la definizione di quali parti di codice hanno i privilegi per accedere ad una variabile viene effettuata nella dichiarazione della variabile attraverso il qualificatore di accesso della variabile (public, private, protected).</a:t>
            </a:r>
            <a:endParaRPr/>
          </a:p>
        </p:txBody>
      </p:sp>
      <p:sp>
        <p:nvSpPr>
          <p:cNvPr id="185" name="Google Shape;185;p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solidFill>
                  <a:srgbClr val="073E87"/>
                </a:solidFill>
              </a:rPr>
              <a:t>‹#›</a:t>
            </a:fld>
            <a:endParaRPr>
              <a:solidFill>
                <a:srgbClr val="073E87"/>
              </a:solidFill>
            </a:endParaRPr>
          </a:p>
        </p:txBody>
      </p:sp>
      <p:sp>
        <p:nvSpPr>
          <p:cNvPr id="186" name="Google Shape;186;p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Scope di variabile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ph idx="1" type="body"/>
          </p:nvPr>
        </p:nvSpPr>
        <p:spPr>
          <a:xfrm>
            <a:off x="872067" y="1772816"/>
            <a:ext cx="7408200" cy="43533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spcBef>
                <a:spcPts val="0"/>
              </a:spcBef>
              <a:spcAft>
                <a:spcPts val="0"/>
              </a:spcAft>
              <a:buSzPct val="100000"/>
              <a:buNone/>
            </a:pPr>
            <a:r>
              <a:rPr lang="it-IT"/>
              <a:t>public class ProvaScope {</a:t>
            </a:r>
            <a:endParaRPr/>
          </a:p>
          <a:p>
            <a:pPr indent="0" lvl="0" marL="0" rtl="0" algn="l">
              <a:spcBef>
                <a:spcPts val="372"/>
              </a:spcBef>
              <a:spcAft>
                <a:spcPts val="0"/>
              </a:spcAft>
              <a:buSzPct val="100000"/>
              <a:buNone/>
            </a:pPr>
            <a:r>
              <a:rPr lang="it-IT"/>
              <a:t>	int numeroEsterno = 10;</a:t>
            </a:r>
            <a:endParaRPr/>
          </a:p>
          <a:p>
            <a:pPr indent="0" lvl="0" marL="0" rtl="0" algn="l">
              <a:spcBef>
                <a:spcPts val="372"/>
              </a:spcBef>
              <a:spcAft>
                <a:spcPts val="0"/>
              </a:spcAft>
              <a:buSzPct val="100000"/>
              <a:buNone/>
            </a:pPr>
            <a:r>
              <a:rPr lang="it-IT"/>
              <a:t>	public void stampaNumeri() {</a:t>
            </a:r>
            <a:endParaRPr/>
          </a:p>
          <a:p>
            <a:pPr indent="0" lvl="0" marL="0" rtl="0" algn="l">
              <a:spcBef>
                <a:spcPts val="372"/>
              </a:spcBef>
              <a:spcAft>
                <a:spcPts val="0"/>
              </a:spcAft>
              <a:buSzPct val="100000"/>
              <a:buNone/>
            </a:pPr>
            <a:r>
              <a:rPr lang="it-IT"/>
              <a:t>		int numeroInterno = 5;</a:t>
            </a:r>
            <a:endParaRPr/>
          </a:p>
          <a:p>
            <a:pPr indent="0" lvl="0" marL="0" rtl="0" algn="l">
              <a:spcBef>
                <a:spcPts val="372"/>
              </a:spcBef>
              <a:spcAft>
                <a:spcPts val="0"/>
              </a:spcAft>
              <a:buSzPct val="100000"/>
              <a:buNone/>
            </a:pPr>
            <a:r>
              <a:rPr lang="it-IT"/>
              <a:t>		System.out.println(“Numero esterno= “ + 						numeroEsterno);</a:t>
            </a:r>
            <a:endParaRPr/>
          </a:p>
          <a:p>
            <a:pPr indent="0" lvl="0" marL="0" rtl="0" algn="l">
              <a:spcBef>
                <a:spcPts val="372"/>
              </a:spcBef>
              <a:spcAft>
                <a:spcPts val="0"/>
              </a:spcAft>
              <a:buSzPct val="100000"/>
              <a:buNone/>
            </a:pPr>
            <a:r>
              <a:rPr lang="it-IT"/>
              <a:t>		System.out.println(“Numero interno= “ + 						numeroInterno);</a:t>
            </a:r>
            <a:endParaRPr/>
          </a:p>
          <a:p>
            <a:pPr indent="0" lvl="0" marL="0" rtl="0" algn="l">
              <a:spcBef>
                <a:spcPts val="372"/>
              </a:spcBef>
              <a:spcAft>
                <a:spcPts val="0"/>
              </a:spcAft>
              <a:buSzPct val="100000"/>
              <a:buNone/>
            </a:pPr>
            <a:r>
              <a:rPr lang="it-IT"/>
              <a:t>	}</a:t>
            </a:r>
            <a:endParaRPr/>
          </a:p>
          <a:p>
            <a:pPr indent="0" lvl="0" marL="0" rtl="0" algn="l">
              <a:spcBef>
                <a:spcPts val="372"/>
              </a:spcBef>
              <a:spcAft>
                <a:spcPts val="0"/>
              </a:spcAft>
              <a:buSzPct val="100000"/>
              <a:buNone/>
            </a:pPr>
            <a:r>
              <a:rPr lang="it-IT"/>
              <a:t> </a:t>
            </a:r>
            <a:endParaRPr/>
          </a:p>
          <a:p>
            <a:pPr indent="0" lvl="0" marL="0" rtl="0" algn="l">
              <a:spcBef>
                <a:spcPts val="372"/>
              </a:spcBef>
              <a:spcAft>
                <a:spcPts val="0"/>
              </a:spcAft>
              <a:buSzPct val="100000"/>
              <a:buNone/>
            </a:pPr>
            <a:r>
              <a:rPr lang="it-IT"/>
              <a:t>	public void stampaNumeroEsterno() {</a:t>
            </a:r>
            <a:endParaRPr/>
          </a:p>
          <a:p>
            <a:pPr indent="0" lvl="0" marL="0" rtl="0" algn="l">
              <a:spcBef>
                <a:spcPts val="372"/>
              </a:spcBef>
              <a:spcAft>
                <a:spcPts val="0"/>
              </a:spcAft>
              <a:buSzPct val="100000"/>
              <a:buNone/>
            </a:pPr>
            <a:r>
              <a:rPr lang="it-IT"/>
              <a:t>		System.out.println(“Numero esterno: “ + 						numeroEsterno);</a:t>
            </a:r>
            <a:endParaRPr/>
          </a:p>
          <a:p>
            <a:pPr indent="0" lvl="0" marL="0" rtl="0" algn="l">
              <a:spcBef>
                <a:spcPts val="372"/>
              </a:spcBef>
              <a:spcAft>
                <a:spcPts val="0"/>
              </a:spcAft>
              <a:buSzPct val="100000"/>
              <a:buNone/>
            </a:pPr>
            <a:r>
              <a:rPr lang="it-IT"/>
              <a:t>	}</a:t>
            </a:r>
            <a:endParaRPr/>
          </a:p>
          <a:p>
            <a:pPr indent="0" lvl="0" marL="0" rtl="0" algn="l">
              <a:spcBef>
                <a:spcPts val="372"/>
              </a:spcBef>
              <a:spcAft>
                <a:spcPts val="0"/>
              </a:spcAft>
              <a:buSzPct val="100000"/>
              <a:buNone/>
            </a:pPr>
            <a:r>
              <a:rPr lang="it-IT"/>
              <a:t>}</a:t>
            </a:r>
            <a:endParaRPr/>
          </a:p>
        </p:txBody>
      </p:sp>
      <p:sp>
        <p:nvSpPr>
          <p:cNvPr id="192" name="Google Shape;192;p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solidFill>
                  <a:srgbClr val="073E87"/>
                </a:solidFill>
              </a:rPr>
              <a:t>‹#›</a:t>
            </a:fld>
            <a:endParaRPr>
              <a:solidFill>
                <a:srgbClr val="073E87"/>
              </a:solidFill>
            </a:endParaRPr>
          </a:p>
        </p:txBody>
      </p:sp>
      <p:sp>
        <p:nvSpPr>
          <p:cNvPr id="193" name="Google Shape;193;p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Scope – esempio «scope1»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100000"/>
              <a:buChar char="*"/>
            </a:pPr>
            <a:r>
              <a:rPr lang="it-IT"/>
              <a:t>La variabile </a:t>
            </a:r>
            <a:r>
              <a:rPr i="1" lang="it-IT"/>
              <a:t>numeroEsterno</a:t>
            </a:r>
            <a:r>
              <a:rPr lang="it-IT"/>
              <a:t> è utilizzabile in un qualunque metodo della classe </a:t>
            </a:r>
            <a:r>
              <a:rPr i="1" lang="it-IT"/>
              <a:t>ProvaScope</a:t>
            </a:r>
            <a:r>
              <a:rPr lang="it-IT"/>
              <a:t>; invece, la variabile </a:t>
            </a:r>
            <a:r>
              <a:rPr i="1" lang="it-IT"/>
              <a:t>numeroInterno</a:t>
            </a:r>
            <a:r>
              <a:rPr lang="it-IT"/>
              <a:t> è </a:t>
            </a:r>
            <a:r>
              <a:rPr b="1" lang="it-IT"/>
              <a:t>locale </a:t>
            </a:r>
            <a:r>
              <a:rPr lang="it-IT"/>
              <a:t>al metodo </a:t>
            </a:r>
            <a:r>
              <a:rPr i="1" lang="it-IT"/>
              <a:t>stampaNumeri()</a:t>
            </a:r>
            <a:r>
              <a:rPr lang="it-IT"/>
              <a:t> e pertanto è utilizzabile soltanto all’interno di tale metodo (non è quindi nello scope del metodo </a:t>
            </a:r>
            <a:r>
              <a:rPr i="1" lang="it-IT"/>
              <a:t>stampaNumeroEsterno())</a:t>
            </a:r>
            <a:endParaRPr/>
          </a:p>
          <a:p>
            <a:pPr indent="-274320" lvl="0" marL="274320" rtl="0" algn="l">
              <a:spcBef>
                <a:spcPts val="444"/>
              </a:spcBef>
              <a:spcAft>
                <a:spcPts val="0"/>
              </a:spcAft>
              <a:buSzPct val="100000"/>
              <a:buChar char="*"/>
            </a:pPr>
            <a:r>
              <a:rPr lang="it-IT"/>
              <a:t>La possibilità di utilizzare una variabile, come vedremo più avanti nel corso, non dipende solo dal suo </a:t>
            </a:r>
            <a:r>
              <a:rPr i="1" lang="it-IT"/>
              <a:t>scope</a:t>
            </a:r>
            <a:r>
              <a:rPr lang="it-IT"/>
              <a:t>, ma anche dal </a:t>
            </a:r>
            <a:r>
              <a:rPr b="1" lang="it-IT"/>
              <a:t>qualificatore di accesso</a:t>
            </a:r>
            <a:r>
              <a:rPr lang="it-IT"/>
              <a:t> (public, private, proteceted, default) che vedremo in seguito, che determina quali parti di codice hanno i privilegi, ovvero i permessi, per accedere a tale variabile</a:t>
            </a:r>
            <a:endParaRPr/>
          </a:p>
        </p:txBody>
      </p:sp>
      <p:sp>
        <p:nvSpPr>
          <p:cNvPr id="199" name="Google Shape;199;p1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solidFill>
                  <a:srgbClr val="073E87"/>
                </a:solidFill>
              </a:rPr>
              <a:t>‹#›</a:t>
            </a:fld>
            <a:endParaRPr>
              <a:solidFill>
                <a:srgbClr val="073E87"/>
              </a:solidFill>
            </a:endParaRPr>
          </a:p>
        </p:txBody>
      </p:sp>
      <p:sp>
        <p:nvSpPr>
          <p:cNvPr id="200" name="Google Shape;200;p1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Analisi esempio «scope1»</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Un’ulteriore osservazione da fare riguarda la possibilità di </a:t>
            </a:r>
            <a:r>
              <a:rPr b="1" lang="it-IT"/>
              <a:t>conflitti di nome su di una variabile</a:t>
            </a:r>
            <a:r>
              <a:rPr lang="it-IT"/>
              <a:t> che ne alterano lo scope. Quando una variabile locale ed una globale hanno lo stesso nome (e sono contemporaneamente utilizzabili anche in base ai privilegi determinati dal qualificatore di accesso), la variabile locale ha sempre priorità su quella locale</a:t>
            </a:r>
            <a:endParaRPr/>
          </a:p>
        </p:txBody>
      </p:sp>
      <p:sp>
        <p:nvSpPr>
          <p:cNvPr id="206" name="Google Shape;206;p1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solidFill>
                  <a:srgbClr val="073E87"/>
                </a:solidFill>
              </a:rPr>
              <a:t>‹#›</a:t>
            </a:fld>
            <a:endParaRPr>
              <a:solidFill>
                <a:srgbClr val="073E87"/>
              </a:solidFill>
            </a:endParaRPr>
          </a:p>
        </p:txBody>
      </p:sp>
      <p:sp>
        <p:nvSpPr>
          <p:cNvPr id="207" name="Google Shape;207;p1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Scope – conflitto di nomi</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400"/>
              <a:buNone/>
            </a:pPr>
            <a:r>
              <a:rPr i="1" lang="it-IT"/>
              <a:t>public class ProvaScope {</a:t>
            </a:r>
            <a:endParaRPr i="1"/>
          </a:p>
          <a:p>
            <a:pPr indent="0" lvl="0" marL="0" rtl="0" algn="l">
              <a:spcBef>
                <a:spcPts val="480"/>
              </a:spcBef>
              <a:spcAft>
                <a:spcPts val="0"/>
              </a:spcAft>
              <a:buSzPts val="2400"/>
              <a:buNone/>
            </a:pPr>
            <a:r>
              <a:rPr i="1" lang="it-IT"/>
              <a:t>	int numero = 10;</a:t>
            </a:r>
            <a:endParaRPr i="1"/>
          </a:p>
          <a:p>
            <a:pPr indent="0" lvl="0" marL="0" rtl="0" algn="l">
              <a:spcBef>
                <a:spcPts val="480"/>
              </a:spcBef>
              <a:spcAft>
                <a:spcPts val="0"/>
              </a:spcAft>
              <a:buSzPts val="2400"/>
              <a:buNone/>
            </a:pPr>
            <a:r>
              <a:rPr i="1" lang="it-IT"/>
              <a:t>	public void stampaNumero()</a:t>
            </a:r>
            <a:endParaRPr/>
          </a:p>
          <a:p>
            <a:pPr indent="0" lvl="0" marL="0" rtl="0" algn="l">
              <a:spcBef>
                <a:spcPts val="480"/>
              </a:spcBef>
              <a:spcAft>
                <a:spcPts val="0"/>
              </a:spcAft>
              <a:buSzPts val="2400"/>
              <a:buNone/>
            </a:pPr>
            <a:r>
              <a:rPr i="1" lang="it-IT"/>
              <a:t>	{</a:t>
            </a:r>
            <a:endParaRPr/>
          </a:p>
          <a:p>
            <a:pPr indent="0" lvl="0" marL="0" rtl="0" algn="l">
              <a:spcBef>
                <a:spcPts val="480"/>
              </a:spcBef>
              <a:spcAft>
                <a:spcPts val="0"/>
              </a:spcAft>
              <a:buSzPts val="2400"/>
              <a:buNone/>
            </a:pPr>
            <a:r>
              <a:rPr i="1" lang="it-IT"/>
              <a:t>		int numero = 5;</a:t>
            </a:r>
            <a:endParaRPr i="1"/>
          </a:p>
          <a:p>
            <a:pPr indent="0" lvl="0" marL="0" rtl="0" algn="l">
              <a:spcBef>
                <a:spcPts val="480"/>
              </a:spcBef>
              <a:spcAft>
                <a:spcPts val="0"/>
              </a:spcAft>
              <a:buSzPts val="2400"/>
              <a:buNone/>
            </a:pPr>
            <a:r>
              <a:rPr i="1" lang="it-IT"/>
              <a:t>		System.out.println(“Numero= “ + 						numero);</a:t>
            </a:r>
            <a:endParaRPr/>
          </a:p>
          <a:p>
            <a:pPr indent="0" lvl="0" marL="0" rtl="0" algn="l">
              <a:spcBef>
                <a:spcPts val="480"/>
              </a:spcBef>
              <a:spcAft>
                <a:spcPts val="0"/>
              </a:spcAft>
              <a:buSzPts val="2400"/>
              <a:buNone/>
            </a:pPr>
            <a:r>
              <a:rPr i="1" lang="it-IT"/>
              <a:t>	}</a:t>
            </a:r>
            <a:endParaRPr/>
          </a:p>
          <a:p>
            <a:pPr indent="0" lvl="0" marL="0" rtl="0" algn="l">
              <a:spcBef>
                <a:spcPts val="480"/>
              </a:spcBef>
              <a:spcAft>
                <a:spcPts val="0"/>
              </a:spcAft>
              <a:buSzPts val="2400"/>
              <a:buNone/>
            </a:pPr>
            <a:r>
              <a:rPr i="1" lang="it-IT"/>
              <a:t>….</a:t>
            </a:r>
            <a:endParaRPr i="1"/>
          </a:p>
          <a:p>
            <a:pPr indent="-121920" lvl="0" marL="274320" rtl="0" algn="l">
              <a:spcBef>
                <a:spcPts val="480"/>
              </a:spcBef>
              <a:spcAft>
                <a:spcPts val="0"/>
              </a:spcAft>
              <a:buSzPts val="2400"/>
              <a:buNone/>
            </a:pPr>
            <a:r>
              <a:t/>
            </a:r>
            <a:endParaRPr/>
          </a:p>
        </p:txBody>
      </p:sp>
      <p:sp>
        <p:nvSpPr>
          <p:cNvPr id="213" name="Google Shape;213;p1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solidFill>
                  <a:srgbClr val="073E87"/>
                </a:solidFill>
              </a:rPr>
              <a:t>‹#›</a:t>
            </a:fld>
            <a:endParaRPr>
              <a:solidFill>
                <a:srgbClr val="073E87"/>
              </a:solidFill>
            </a:endParaRPr>
          </a:p>
        </p:txBody>
      </p:sp>
      <p:sp>
        <p:nvSpPr>
          <p:cNvPr id="214" name="Google Shape;214;p1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Scope – esempio «scope2»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idx="1" type="body"/>
          </p:nvPr>
        </p:nvSpPr>
        <p:spPr>
          <a:xfrm>
            <a:off x="872067" y="2204864"/>
            <a:ext cx="7408333" cy="3921299"/>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Se lanciassimo in esecuzione il metodo </a:t>
            </a:r>
            <a:r>
              <a:rPr i="1" lang="it-IT"/>
              <a:t>stampaNumero()</a:t>
            </a:r>
            <a:r>
              <a:rPr lang="it-IT"/>
              <a:t> otterrremo la stampa a video della stringa “Numero= 5”, perché la variabile locale </a:t>
            </a:r>
            <a:r>
              <a:rPr i="1" lang="it-IT"/>
              <a:t>numero</a:t>
            </a:r>
            <a:r>
              <a:rPr lang="it-IT"/>
              <a:t> viene ridefinita col valore 5 ed ha priorità  sulla variabile globale </a:t>
            </a:r>
            <a:r>
              <a:rPr i="1" lang="it-IT"/>
              <a:t>numero</a:t>
            </a:r>
            <a:endParaRPr/>
          </a:p>
        </p:txBody>
      </p:sp>
      <p:sp>
        <p:nvSpPr>
          <p:cNvPr id="220" name="Google Shape;220;p1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solidFill>
                  <a:srgbClr val="073E87"/>
                </a:solidFill>
              </a:rPr>
              <a:t>‹#›</a:t>
            </a:fld>
            <a:endParaRPr>
              <a:solidFill>
                <a:srgbClr val="073E87"/>
              </a:solidFill>
            </a:endParaRPr>
          </a:p>
        </p:txBody>
      </p:sp>
      <p:sp>
        <p:nvSpPr>
          <p:cNvPr id="221" name="Google Shape;221;p1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Analisi esempio «scope2»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nde">
  <a:themeElements>
    <a:clrScheme name="Onde">
      <a:dk1>
        <a:srgbClr val="000000"/>
      </a:dk1>
      <a:lt1>
        <a:srgbClr val="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2020-03-05T12:19:16Z</dcterms:created>
  <dc:creator>Roberto Santoro</dc:creator>
</cp:coreProperties>
</file>